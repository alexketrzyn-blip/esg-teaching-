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1" r:id="rId2"/>
    <p:sldId id="2562" r:id="rId3"/>
    <p:sldId id="2563" r:id="rId4"/>
    <p:sldId id="2564" r:id="rId5"/>
    <p:sldId id="2565" r:id="rId6"/>
    <p:sldId id="2566" r:id="rId7"/>
    <p:sldId id="2567" r:id="rId8"/>
    <p:sldId id="2568" r:id="rId9"/>
    <p:sldId id="2569" r:id="rId10"/>
    <p:sldId id="2570" r:id="rId11"/>
    <p:sldId id="2571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vironmental Responsibility and Communication in Business: A Thematic Course Outline for Agnieszka" id="{765B7818-DD86-446B-9185-8742B175CAE9}">
          <p14:sldIdLst>
            <p14:sldId id="2561"/>
            <p14:sldId id="2562"/>
            <p14:sldId id="2563"/>
            <p14:sldId id="2564"/>
            <p14:sldId id="2565"/>
            <p14:sldId id="2566"/>
            <p14:sldId id="2567"/>
            <p14:sldId id="2568"/>
            <p14:sldId id="2569"/>
            <p14:sldId id="2570"/>
            <p14:sldId id="2571"/>
          </p14:sldIdLst>
        </p14:section>
        <p14:section name="Lesson 1: Introduction and Goals – Defining Agnieszka’s Professional Development Path" id="{A77BEDCA-43F0-4D67-8A8C-4A6EC70667C6}">
          <p14:sldIdLst/>
        </p14:section>
        <p14:section name="Lesson 2: Deforestation – Understanding the Basics" id="{ED16555D-D8BB-465E-8F88-64140A048105}">
          <p14:sldIdLst/>
        </p14:section>
        <p14:section name="Lesson 3: Deforestation – Analyzing Causes and Effects in a Global and Business Context" id="{2098AA86-C9E9-489A-8BA0-64737EF7E40B}">
          <p14:sldIdLst/>
        </p14:section>
        <p14:section name="Lesson 4: Threats to Species – Vocabulary and Introduction to Biodiversity Concerns" id="{B44A2341-F007-45B5-8EB9-2F74AED027BB}">
          <p14:sldIdLst/>
        </p14:section>
        <p14:section name="Lesson 5: Threats to Species – Conservation Activities and Corporate Responsibility" id="{9578457E-E47B-41CF-B9F6-EF5AE276B05A}">
          <p14:sldIdLst/>
        </p14:section>
        <p14:section name="Lesson 6: Natural Hazards – Key Terminology and Business Implications" id="{D6F07DB7-BDC4-49DF-9532-7EF39BDA8B68}">
          <p14:sldIdLst/>
        </p14:section>
        <p14:section name="Lesson 7: Supply Chain Risk Management – Strategies for Raw Materials Sourcing" id="{34ABBAEE-D480-486B-B33B-E6D9984FD164}">
          <p14:sldIdLst/>
        </p14:section>
        <p14:section name="Conclusion: Embracing Environmental Responsibility for Sustainable Business Success" id="{B1E09A6D-E7B6-4387-AF60-C52690D230E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andra Giebień" userId="c5dd5123b3ed5494" providerId="LiveId" clId="{BD7726C1-84D8-4E14-9EAC-65ED136E6EC0}"/>
    <pc:docChg chg="custSel addSld delSld modSld modSection">
      <pc:chgData name="Aleksandra Giebień" userId="c5dd5123b3ed5494" providerId="LiveId" clId="{BD7726C1-84D8-4E14-9EAC-65ED136E6EC0}" dt="2026-02-04T13:26:36.819" v="82" actId="1076"/>
      <pc:docMkLst>
        <pc:docMk/>
      </pc:docMkLst>
      <pc:sldChg chg="modSp mod">
        <pc:chgData name="Aleksandra Giebień" userId="c5dd5123b3ed5494" providerId="LiveId" clId="{BD7726C1-84D8-4E14-9EAC-65ED136E6EC0}" dt="2026-02-04T13:15:26.194" v="1" actId="27636"/>
        <pc:sldMkLst>
          <pc:docMk/>
          <pc:sldMk cId="2251725156" sldId="2561"/>
        </pc:sldMkLst>
        <pc:spChg chg="mod">
          <ac:chgData name="Aleksandra Giebień" userId="c5dd5123b3ed5494" providerId="LiveId" clId="{BD7726C1-84D8-4E14-9EAC-65ED136E6EC0}" dt="2026-02-04T13:15:26.194" v="1" actId="27636"/>
          <ac:spMkLst>
            <pc:docMk/>
            <pc:sldMk cId="2251725156" sldId="2561"/>
            <ac:spMk id="10" creationId="{3F627F55-D7F7-4C7E-96F5-A7D8965C5A1F}"/>
          </ac:spMkLst>
        </pc:spChg>
      </pc:sldChg>
      <pc:sldChg chg="addSp delSp modSp mod">
        <pc:chgData name="Aleksandra Giebień" userId="c5dd5123b3ed5494" providerId="LiveId" clId="{BD7726C1-84D8-4E14-9EAC-65ED136E6EC0}" dt="2026-02-04T13:18:33.035" v="43" actId="2711"/>
        <pc:sldMkLst>
          <pc:docMk/>
          <pc:sldMk cId="2269049361" sldId="2562"/>
        </pc:sldMkLst>
        <pc:spChg chg="add del mod">
          <ac:chgData name="Aleksandra Giebień" userId="c5dd5123b3ed5494" providerId="LiveId" clId="{BD7726C1-84D8-4E14-9EAC-65ED136E6EC0}" dt="2026-02-04T13:15:39.526" v="4" actId="478"/>
          <ac:spMkLst>
            <pc:docMk/>
            <pc:sldMk cId="2269049361" sldId="2562"/>
            <ac:spMk id="3" creationId="{227733B9-9D44-F4AE-3B27-8D444DE9A112}"/>
          </ac:spMkLst>
        </pc:spChg>
        <pc:spChg chg="del mod">
          <ac:chgData name="Aleksandra Giebień" userId="c5dd5123b3ed5494" providerId="LiveId" clId="{BD7726C1-84D8-4E14-9EAC-65ED136E6EC0}" dt="2026-02-04T13:15:49.332" v="10" actId="478"/>
          <ac:spMkLst>
            <pc:docMk/>
            <pc:sldMk cId="2269049361" sldId="2562"/>
            <ac:spMk id="10" creationId="{7F291359-EE43-413F-828B-3C81CD6F64DF}"/>
          </ac:spMkLst>
        </pc:spChg>
        <pc:spChg chg="del mod">
          <ac:chgData name="Aleksandra Giebień" userId="c5dd5123b3ed5494" providerId="LiveId" clId="{BD7726C1-84D8-4E14-9EAC-65ED136E6EC0}" dt="2026-02-04T13:15:45.349" v="6" actId="478"/>
          <ac:spMkLst>
            <pc:docMk/>
            <pc:sldMk cId="2269049361" sldId="2562"/>
            <ac:spMk id="11" creationId="{486F7B9C-27B8-47B8-8942-82363EAFBC62}"/>
          </ac:spMkLst>
        </pc:spChg>
        <pc:spChg chg="add del mod">
          <ac:chgData name="Aleksandra Giebień" userId="c5dd5123b3ed5494" providerId="LiveId" clId="{BD7726C1-84D8-4E14-9EAC-65ED136E6EC0}" dt="2026-02-04T13:15:51.571" v="11" actId="478"/>
          <ac:spMkLst>
            <pc:docMk/>
            <pc:sldMk cId="2269049361" sldId="2562"/>
            <ac:spMk id="12" creationId="{2F51983D-D4EF-F187-F171-4BBA17252C5C}"/>
          </ac:spMkLst>
        </pc:spChg>
        <pc:spChg chg="add mod">
          <ac:chgData name="Aleksandra Giebień" userId="c5dd5123b3ed5494" providerId="LiveId" clId="{BD7726C1-84D8-4E14-9EAC-65ED136E6EC0}" dt="2026-02-04T13:18:33.035" v="43" actId="2711"/>
          <ac:spMkLst>
            <pc:docMk/>
            <pc:sldMk cId="2269049361" sldId="2562"/>
            <ac:spMk id="14" creationId="{189452CE-80B9-5112-1B17-40C277C8F4A0}"/>
          </ac:spMkLst>
        </pc:spChg>
        <pc:picChg chg="del">
          <ac:chgData name="Aleksandra Giebień" userId="c5dd5123b3ed5494" providerId="LiveId" clId="{BD7726C1-84D8-4E14-9EAC-65ED136E6EC0}" dt="2026-02-04T13:15:41.765" v="5" actId="478"/>
          <ac:picMkLst>
            <pc:docMk/>
            <pc:sldMk cId="2269049361" sldId="2562"/>
            <ac:picMk id="8" creationId="{FC588AB4-B61B-4F96-8EB0-EEF1F85CFF16}"/>
          </ac:picMkLst>
        </pc:picChg>
        <pc:picChg chg="del">
          <ac:chgData name="Aleksandra Giebień" userId="c5dd5123b3ed5494" providerId="LiveId" clId="{BD7726C1-84D8-4E14-9EAC-65ED136E6EC0}" dt="2026-02-04T13:15:36.201" v="2" actId="478"/>
          <ac:picMkLst>
            <pc:docMk/>
            <pc:sldMk cId="2269049361" sldId="2562"/>
            <ac:picMk id="9" creationId="{072D735E-4585-4503-AD5C-9FA484D284B3}"/>
          </ac:picMkLst>
        </pc:picChg>
      </pc:sldChg>
      <pc:sldChg chg="del">
        <pc:chgData name="Aleksandra Giebień" userId="c5dd5123b3ed5494" providerId="LiveId" clId="{BD7726C1-84D8-4E14-9EAC-65ED136E6EC0}" dt="2026-02-04T13:17:30.376" v="12" actId="47"/>
        <pc:sldMkLst>
          <pc:docMk/>
          <pc:sldMk cId="2304723216" sldId="2563"/>
        </pc:sldMkLst>
      </pc:sldChg>
      <pc:sldChg chg="addSp delSp modSp add mod">
        <pc:chgData name="Aleksandra Giebień" userId="c5dd5123b3ed5494" providerId="LiveId" clId="{BD7726C1-84D8-4E14-9EAC-65ED136E6EC0}" dt="2026-02-04T13:20:17.300" v="48" actId="1076"/>
        <pc:sldMkLst>
          <pc:docMk/>
          <pc:sldMk cId="3851474169" sldId="2563"/>
        </pc:sldMkLst>
        <pc:spChg chg="add mod">
          <ac:chgData name="Aleksandra Giebień" userId="c5dd5123b3ed5494" providerId="LiveId" clId="{BD7726C1-84D8-4E14-9EAC-65ED136E6EC0}" dt="2026-02-04T13:20:17.300" v="48" actId="1076"/>
          <ac:spMkLst>
            <pc:docMk/>
            <pc:sldMk cId="3851474169" sldId="2563"/>
            <ac:spMk id="3" creationId="{4E05AF05-8347-B977-7385-708E9ACE63CE}"/>
          </ac:spMkLst>
        </pc:spChg>
        <pc:spChg chg="del">
          <ac:chgData name="Aleksandra Giebień" userId="c5dd5123b3ed5494" providerId="LiveId" clId="{BD7726C1-84D8-4E14-9EAC-65ED136E6EC0}" dt="2026-02-04T13:19:01.869" v="45" actId="478"/>
          <ac:spMkLst>
            <pc:docMk/>
            <pc:sldMk cId="3851474169" sldId="2563"/>
            <ac:spMk id="14" creationId="{4A69AB01-8139-F471-EBB5-68793C0F55BA}"/>
          </ac:spMkLst>
        </pc:spChg>
      </pc:sldChg>
      <pc:sldChg chg="del">
        <pc:chgData name="Aleksandra Giebień" userId="c5dd5123b3ed5494" providerId="LiveId" clId="{BD7726C1-84D8-4E14-9EAC-65ED136E6EC0}" dt="2026-02-04T13:17:31.031" v="13" actId="47"/>
        <pc:sldMkLst>
          <pc:docMk/>
          <pc:sldMk cId="1200651411" sldId="2564"/>
        </pc:sldMkLst>
      </pc:sldChg>
      <pc:sldChg chg="addSp delSp modSp add mod">
        <pc:chgData name="Aleksandra Giebień" userId="c5dd5123b3ed5494" providerId="LiveId" clId="{BD7726C1-84D8-4E14-9EAC-65ED136E6EC0}" dt="2026-02-04T13:21:15.271" v="55" actId="1076"/>
        <pc:sldMkLst>
          <pc:docMk/>
          <pc:sldMk cId="1897008346" sldId="2564"/>
        </pc:sldMkLst>
        <pc:spChg chg="del">
          <ac:chgData name="Aleksandra Giebień" userId="c5dd5123b3ed5494" providerId="LiveId" clId="{BD7726C1-84D8-4E14-9EAC-65ED136E6EC0}" dt="2026-02-04T13:20:28.297" v="50" actId="478"/>
          <ac:spMkLst>
            <pc:docMk/>
            <pc:sldMk cId="1897008346" sldId="2564"/>
            <ac:spMk id="3" creationId="{2397B8B2-F36E-20BC-8EDB-5D8CD0F6F9BC}"/>
          </ac:spMkLst>
        </pc:spChg>
        <pc:spChg chg="add mod">
          <ac:chgData name="Aleksandra Giebień" userId="c5dd5123b3ed5494" providerId="LiveId" clId="{BD7726C1-84D8-4E14-9EAC-65ED136E6EC0}" dt="2026-02-04T13:21:15.271" v="55" actId="1076"/>
          <ac:spMkLst>
            <pc:docMk/>
            <pc:sldMk cId="1897008346" sldId="2564"/>
            <ac:spMk id="4" creationId="{73549464-6873-3D6A-28BE-D72E0D01D32F}"/>
          </ac:spMkLst>
        </pc:spChg>
      </pc:sldChg>
      <pc:sldChg chg="addSp modSp add mod">
        <pc:chgData name="Aleksandra Giebień" userId="c5dd5123b3ed5494" providerId="LiveId" clId="{BD7726C1-84D8-4E14-9EAC-65ED136E6EC0}" dt="2026-02-04T13:21:59.006" v="58" actId="1076"/>
        <pc:sldMkLst>
          <pc:docMk/>
          <pc:sldMk cId="3741903035" sldId="2565"/>
        </pc:sldMkLst>
        <pc:spChg chg="add mod">
          <ac:chgData name="Aleksandra Giebień" userId="c5dd5123b3ed5494" providerId="LiveId" clId="{BD7726C1-84D8-4E14-9EAC-65ED136E6EC0}" dt="2026-02-04T13:21:59.006" v="58" actId="1076"/>
          <ac:spMkLst>
            <pc:docMk/>
            <pc:sldMk cId="3741903035" sldId="2565"/>
            <ac:spMk id="3" creationId="{A2655A8A-E457-B680-9297-003C453A3636}"/>
          </ac:spMkLst>
        </pc:spChg>
      </pc:sldChg>
      <pc:sldChg chg="del">
        <pc:chgData name="Aleksandra Giebień" userId="c5dd5123b3ed5494" providerId="LiveId" clId="{BD7726C1-84D8-4E14-9EAC-65ED136E6EC0}" dt="2026-02-04T13:17:31.083" v="14" actId="47"/>
        <pc:sldMkLst>
          <pc:docMk/>
          <pc:sldMk cId="4251484774" sldId="2565"/>
        </pc:sldMkLst>
      </pc:sldChg>
      <pc:sldChg chg="addSp modSp add mod">
        <pc:chgData name="Aleksandra Giebień" userId="c5dd5123b3ed5494" providerId="LiveId" clId="{BD7726C1-84D8-4E14-9EAC-65ED136E6EC0}" dt="2026-02-04T13:22:42.938" v="64" actId="1076"/>
        <pc:sldMkLst>
          <pc:docMk/>
          <pc:sldMk cId="949277765" sldId="2566"/>
        </pc:sldMkLst>
        <pc:spChg chg="add mod">
          <ac:chgData name="Aleksandra Giebień" userId="c5dd5123b3ed5494" providerId="LiveId" clId="{BD7726C1-84D8-4E14-9EAC-65ED136E6EC0}" dt="2026-02-04T13:22:42.938" v="64" actId="1076"/>
          <ac:spMkLst>
            <pc:docMk/>
            <pc:sldMk cId="949277765" sldId="2566"/>
            <ac:spMk id="3" creationId="{D8FD7898-31B2-35C7-0A14-06C57D0432E6}"/>
          </ac:spMkLst>
        </pc:spChg>
      </pc:sldChg>
      <pc:sldChg chg="del">
        <pc:chgData name="Aleksandra Giebień" userId="c5dd5123b3ed5494" providerId="LiveId" clId="{BD7726C1-84D8-4E14-9EAC-65ED136E6EC0}" dt="2026-02-04T13:17:31.741" v="15" actId="47"/>
        <pc:sldMkLst>
          <pc:docMk/>
          <pc:sldMk cId="3141946882" sldId="2566"/>
        </pc:sldMkLst>
      </pc:sldChg>
      <pc:sldChg chg="del">
        <pc:chgData name="Aleksandra Giebień" userId="c5dd5123b3ed5494" providerId="LiveId" clId="{BD7726C1-84D8-4E14-9EAC-65ED136E6EC0}" dt="2026-02-04T13:17:32.324" v="16" actId="47"/>
        <pc:sldMkLst>
          <pc:docMk/>
          <pc:sldMk cId="688999646" sldId="2567"/>
        </pc:sldMkLst>
      </pc:sldChg>
      <pc:sldChg chg="addSp modSp add mod">
        <pc:chgData name="Aleksandra Giebień" userId="c5dd5123b3ed5494" providerId="LiveId" clId="{BD7726C1-84D8-4E14-9EAC-65ED136E6EC0}" dt="2026-02-04T13:23:10.931" v="67" actId="1076"/>
        <pc:sldMkLst>
          <pc:docMk/>
          <pc:sldMk cId="1697994718" sldId="2567"/>
        </pc:sldMkLst>
        <pc:spChg chg="add mod">
          <ac:chgData name="Aleksandra Giebień" userId="c5dd5123b3ed5494" providerId="LiveId" clId="{BD7726C1-84D8-4E14-9EAC-65ED136E6EC0}" dt="2026-02-04T13:23:10.931" v="67" actId="1076"/>
          <ac:spMkLst>
            <pc:docMk/>
            <pc:sldMk cId="1697994718" sldId="2567"/>
            <ac:spMk id="3" creationId="{D0355586-C3E9-A84D-A852-545F3FDDA710}"/>
          </ac:spMkLst>
        </pc:spChg>
      </pc:sldChg>
      <pc:sldChg chg="del">
        <pc:chgData name="Aleksandra Giebień" userId="c5dd5123b3ed5494" providerId="LiveId" clId="{BD7726C1-84D8-4E14-9EAC-65ED136E6EC0}" dt="2026-02-04T13:17:32.958" v="17" actId="47"/>
        <pc:sldMkLst>
          <pc:docMk/>
          <pc:sldMk cId="641700712" sldId="2568"/>
        </pc:sldMkLst>
      </pc:sldChg>
      <pc:sldChg chg="addSp modSp add mod">
        <pc:chgData name="Aleksandra Giebień" userId="c5dd5123b3ed5494" providerId="LiveId" clId="{BD7726C1-84D8-4E14-9EAC-65ED136E6EC0}" dt="2026-02-04T13:23:57.772" v="72" actId="1076"/>
        <pc:sldMkLst>
          <pc:docMk/>
          <pc:sldMk cId="816697614" sldId="2568"/>
        </pc:sldMkLst>
        <pc:spChg chg="add mod">
          <ac:chgData name="Aleksandra Giebień" userId="c5dd5123b3ed5494" providerId="LiveId" clId="{BD7726C1-84D8-4E14-9EAC-65ED136E6EC0}" dt="2026-02-04T13:23:57.772" v="72" actId="1076"/>
          <ac:spMkLst>
            <pc:docMk/>
            <pc:sldMk cId="816697614" sldId="2568"/>
            <ac:spMk id="3" creationId="{1E4928C3-877D-2A74-86C2-C8B8BABF17AC}"/>
          </ac:spMkLst>
        </pc:spChg>
      </pc:sldChg>
      <pc:sldChg chg="addSp modSp add mod">
        <pc:chgData name="Aleksandra Giebień" userId="c5dd5123b3ed5494" providerId="LiveId" clId="{BD7726C1-84D8-4E14-9EAC-65ED136E6EC0}" dt="2026-02-04T13:24:39.843" v="75" actId="1076"/>
        <pc:sldMkLst>
          <pc:docMk/>
          <pc:sldMk cId="1285084628" sldId="2569"/>
        </pc:sldMkLst>
        <pc:spChg chg="add mod">
          <ac:chgData name="Aleksandra Giebień" userId="c5dd5123b3ed5494" providerId="LiveId" clId="{BD7726C1-84D8-4E14-9EAC-65ED136E6EC0}" dt="2026-02-04T13:24:39.843" v="75" actId="1076"/>
          <ac:spMkLst>
            <pc:docMk/>
            <pc:sldMk cId="1285084628" sldId="2569"/>
            <ac:spMk id="3" creationId="{1287C449-340F-FB2B-DBCA-B46BF2348D9B}"/>
          </ac:spMkLst>
        </pc:spChg>
      </pc:sldChg>
      <pc:sldChg chg="del">
        <pc:chgData name="Aleksandra Giebień" userId="c5dd5123b3ed5494" providerId="LiveId" clId="{BD7726C1-84D8-4E14-9EAC-65ED136E6EC0}" dt="2026-02-04T13:17:33.528" v="18" actId="47"/>
        <pc:sldMkLst>
          <pc:docMk/>
          <pc:sldMk cId="2949208897" sldId="2569"/>
        </pc:sldMkLst>
      </pc:sldChg>
      <pc:sldChg chg="del">
        <pc:chgData name="Aleksandra Giebień" userId="c5dd5123b3ed5494" providerId="LiveId" clId="{BD7726C1-84D8-4E14-9EAC-65ED136E6EC0}" dt="2026-02-04T13:17:34.099" v="19" actId="47"/>
        <pc:sldMkLst>
          <pc:docMk/>
          <pc:sldMk cId="2327101957" sldId="2570"/>
        </pc:sldMkLst>
      </pc:sldChg>
      <pc:sldChg chg="addSp modSp add mod">
        <pc:chgData name="Aleksandra Giebień" userId="c5dd5123b3ed5494" providerId="LiveId" clId="{BD7726C1-84D8-4E14-9EAC-65ED136E6EC0}" dt="2026-02-04T13:25:39.141" v="79" actId="1076"/>
        <pc:sldMkLst>
          <pc:docMk/>
          <pc:sldMk cId="3159834105" sldId="2570"/>
        </pc:sldMkLst>
        <pc:spChg chg="add mod">
          <ac:chgData name="Aleksandra Giebień" userId="c5dd5123b3ed5494" providerId="LiveId" clId="{BD7726C1-84D8-4E14-9EAC-65ED136E6EC0}" dt="2026-02-04T13:25:39.141" v="79" actId="1076"/>
          <ac:spMkLst>
            <pc:docMk/>
            <pc:sldMk cId="3159834105" sldId="2570"/>
            <ac:spMk id="3" creationId="{A55B5ADA-85B9-CB78-CF7C-CA81555D26AE}"/>
          </ac:spMkLst>
        </pc:spChg>
      </pc:sldChg>
      <pc:sldChg chg="del">
        <pc:chgData name="Aleksandra Giebień" userId="c5dd5123b3ed5494" providerId="LiveId" clId="{BD7726C1-84D8-4E14-9EAC-65ED136E6EC0}" dt="2026-02-04T13:17:34.683" v="20" actId="47"/>
        <pc:sldMkLst>
          <pc:docMk/>
          <pc:sldMk cId="1203415237" sldId="2571"/>
        </pc:sldMkLst>
      </pc:sldChg>
      <pc:sldChg chg="addSp modSp add mod">
        <pc:chgData name="Aleksandra Giebień" userId="c5dd5123b3ed5494" providerId="LiveId" clId="{BD7726C1-84D8-4E14-9EAC-65ED136E6EC0}" dt="2026-02-04T13:26:36.819" v="82" actId="1076"/>
        <pc:sldMkLst>
          <pc:docMk/>
          <pc:sldMk cId="3987087189" sldId="2571"/>
        </pc:sldMkLst>
        <pc:spChg chg="add mod">
          <ac:chgData name="Aleksandra Giebień" userId="c5dd5123b3ed5494" providerId="LiveId" clId="{BD7726C1-84D8-4E14-9EAC-65ED136E6EC0}" dt="2026-02-04T13:26:36.819" v="82" actId="1076"/>
          <ac:spMkLst>
            <pc:docMk/>
            <pc:sldMk cId="3987087189" sldId="2571"/>
            <ac:spMk id="3" creationId="{0D131B40-A4E0-C7A0-0FA9-88E1E25E669A}"/>
          </ac:spMkLst>
        </pc:spChg>
      </pc:sldChg>
      <pc:sldChg chg="del">
        <pc:chgData name="Aleksandra Giebień" userId="c5dd5123b3ed5494" providerId="LiveId" clId="{BD7726C1-84D8-4E14-9EAC-65ED136E6EC0}" dt="2026-02-04T13:17:35.958" v="21" actId="47"/>
        <pc:sldMkLst>
          <pc:docMk/>
          <pc:sldMk cId="657269204" sldId="2572"/>
        </pc:sldMkLst>
      </pc:sldChg>
      <pc:sldChg chg="del">
        <pc:chgData name="Aleksandra Giebień" userId="c5dd5123b3ed5494" providerId="LiveId" clId="{BD7726C1-84D8-4E14-9EAC-65ED136E6EC0}" dt="2026-02-04T13:17:37.049" v="22" actId="47"/>
        <pc:sldMkLst>
          <pc:docMk/>
          <pc:sldMk cId="3762751232" sldId="2573"/>
        </pc:sldMkLst>
      </pc:sldChg>
      <pc:sldChg chg="del">
        <pc:chgData name="Aleksandra Giebień" userId="c5dd5123b3ed5494" providerId="LiveId" clId="{BD7726C1-84D8-4E14-9EAC-65ED136E6EC0}" dt="2026-02-04T13:17:38.212" v="23" actId="47"/>
        <pc:sldMkLst>
          <pc:docMk/>
          <pc:sldMk cId="4061061480" sldId="2574"/>
        </pc:sldMkLst>
      </pc:sldChg>
      <pc:sldChg chg="del">
        <pc:chgData name="Aleksandra Giebień" userId="c5dd5123b3ed5494" providerId="LiveId" clId="{BD7726C1-84D8-4E14-9EAC-65ED136E6EC0}" dt="2026-02-04T13:17:39.589" v="24" actId="47"/>
        <pc:sldMkLst>
          <pc:docMk/>
          <pc:sldMk cId="359196143" sldId="2575"/>
        </pc:sldMkLst>
      </pc:sldChg>
      <pc:sldChg chg="del">
        <pc:chgData name="Aleksandra Giebień" userId="c5dd5123b3ed5494" providerId="LiveId" clId="{BD7726C1-84D8-4E14-9EAC-65ED136E6EC0}" dt="2026-02-04T13:17:40.669" v="25" actId="47"/>
        <pc:sldMkLst>
          <pc:docMk/>
          <pc:sldMk cId="1724739842" sldId="2576"/>
        </pc:sldMkLst>
      </pc:sldChg>
      <pc:sldChg chg="del">
        <pc:chgData name="Aleksandra Giebień" userId="c5dd5123b3ed5494" providerId="LiveId" clId="{BD7726C1-84D8-4E14-9EAC-65ED136E6EC0}" dt="2026-02-04T13:17:41.498" v="26" actId="47"/>
        <pc:sldMkLst>
          <pc:docMk/>
          <pc:sldMk cId="822950021" sldId="2577"/>
        </pc:sldMkLst>
      </pc:sldChg>
      <pc:sldChg chg="del">
        <pc:chgData name="Aleksandra Giebień" userId="c5dd5123b3ed5494" providerId="LiveId" clId="{BD7726C1-84D8-4E14-9EAC-65ED136E6EC0}" dt="2026-02-04T13:17:42.200" v="27" actId="47"/>
        <pc:sldMkLst>
          <pc:docMk/>
          <pc:sldMk cId="1826720885" sldId="2578"/>
        </pc:sldMkLst>
      </pc:sldChg>
      <pc:sldChg chg="del">
        <pc:chgData name="Aleksandra Giebień" userId="c5dd5123b3ed5494" providerId="LiveId" clId="{BD7726C1-84D8-4E14-9EAC-65ED136E6EC0}" dt="2026-02-04T13:17:42.933" v="28" actId="47"/>
        <pc:sldMkLst>
          <pc:docMk/>
          <pc:sldMk cId="2255984566" sldId="2579"/>
        </pc:sldMkLst>
      </pc:sldChg>
      <pc:sldChg chg="del">
        <pc:chgData name="Aleksandra Giebień" userId="c5dd5123b3ed5494" providerId="LiveId" clId="{BD7726C1-84D8-4E14-9EAC-65ED136E6EC0}" dt="2026-02-04T13:17:43.695" v="29" actId="47"/>
        <pc:sldMkLst>
          <pc:docMk/>
          <pc:sldMk cId="1700255007" sldId="2580"/>
        </pc:sldMkLst>
      </pc:sldChg>
      <pc:sldChg chg="del">
        <pc:chgData name="Aleksandra Giebień" userId="c5dd5123b3ed5494" providerId="LiveId" clId="{BD7726C1-84D8-4E14-9EAC-65ED136E6EC0}" dt="2026-02-04T13:17:44.955" v="30" actId="47"/>
        <pc:sldMkLst>
          <pc:docMk/>
          <pc:sldMk cId="327383009" sldId="2581"/>
        </pc:sldMkLst>
      </pc:sldChg>
      <pc:sldChg chg="del">
        <pc:chgData name="Aleksandra Giebień" userId="c5dd5123b3ed5494" providerId="LiveId" clId="{BD7726C1-84D8-4E14-9EAC-65ED136E6EC0}" dt="2026-02-04T13:17:46.083" v="31" actId="47"/>
        <pc:sldMkLst>
          <pc:docMk/>
          <pc:sldMk cId="2008591362" sldId="2582"/>
        </pc:sldMkLst>
      </pc:sldChg>
      <pc:sldChg chg="del">
        <pc:chgData name="Aleksandra Giebień" userId="c5dd5123b3ed5494" providerId="LiveId" clId="{BD7726C1-84D8-4E14-9EAC-65ED136E6EC0}" dt="2026-02-04T13:17:47.860" v="32" actId="47"/>
        <pc:sldMkLst>
          <pc:docMk/>
          <pc:sldMk cId="2354345424" sldId="2583"/>
        </pc:sldMkLst>
      </pc:sldChg>
      <pc:sldChg chg="del">
        <pc:chgData name="Aleksandra Giebień" userId="c5dd5123b3ed5494" providerId="LiveId" clId="{BD7726C1-84D8-4E14-9EAC-65ED136E6EC0}" dt="2026-02-04T13:17:48.832" v="33" actId="47"/>
        <pc:sldMkLst>
          <pc:docMk/>
          <pc:sldMk cId="2646442700" sldId="2584"/>
        </pc:sldMkLst>
      </pc:sldChg>
      <pc:sldChg chg="del">
        <pc:chgData name="Aleksandra Giebień" userId="c5dd5123b3ed5494" providerId="LiveId" clId="{BD7726C1-84D8-4E14-9EAC-65ED136E6EC0}" dt="2026-02-04T13:17:49.533" v="34" actId="47"/>
        <pc:sldMkLst>
          <pc:docMk/>
          <pc:sldMk cId="1530381973" sldId="2585"/>
        </pc:sldMkLst>
      </pc:sldChg>
      <pc:sldChg chg="del">
        <pc:chgData name="Aleksandra Giebień" userId="c5dd5123b3ed5494" providerId="LiveId" clId="{BD7726C1-84D8-4E14-9EAC-65ED136E6EC0}" dt="2026-02-04T13:17:50.267" v="35" actId="47"/>
        <pc:sldMkLst>
          <pc:docMk/>
          <pc:sldMk cId="3126936313" sldId="2586"/>
        </pc:sldMkLst>
      </pc:sldChg>
      <pc:sldChg chg="del">
        <pc:chgData name="Aleksandra Giebień" userId="c5dd5123b3ed5494" providerId="LiveId" clId="{BD7726C1-84D8-4E14-9EAC-65ED136E6EC0}" dt="2026-02-04T13:17:52.129" v="36" actId="47"/>
        <pc:sldMkLst>
          <pc:docMk/>
          <pc:sldMk cId="3753900668" sldId="2587"/>
        </pc:sldMkLst>
      </pc:sldChg>
      <pc:sldChg chg="del">
        <pc:chgData name="Aleksandra Giebień" userId="c5dd5123b3ed5494" providerId="LiveId" clId="{BD7726C1-84D8-4E14-9EAC-65ED136E6EC0}" dt="2026-02-04T13:17:53.070" v="37" actId="47"/>
        <pc:sldMkLst>
          <pc:docMk/>
          <pc:sldMk cId="3392293215" sldId="2588"/>
        </pc:sldMkLst>
      </pc:sldChg>
      <pc:sldChg chg="del">
        <pc:chgData name="Aleksandra Giebień" userId="c5dd5123b3ed5494" providerId="LiveId" clId="{BD7726C1-84D8-4E14-9EAC-65ED136E6EC0}" dt="2026-02-04T13:17:54.620" v="38" actId="47"/>
        <pc:sldMkLst>
          <pc:docMk/>
          <pc:sldMk cId="1807157500" sldId="2589"/>
        </pc:sldMkLst>
      </pc:sldChg>
      <pc:sldChg chg="del">
        <pc:chgData name="Aleksandra Giebień" userId="c5dd5123b3ed5494" providerId="LiveId" clId="{BD7726C1-84D8-4E14-9EAC-65ED136E6EC0}" dt="2026-02-04T13:17:55.661" v="39" actId="47"/>
        <pc:sldMkLst>
          <pc:docMk/>
          <pc:sldMk cId="4265172158" sldId="2590"/>
        </pc:sldMkLst>
      </pc:sldChg>
      <pc:sldChg chg="del">
        <pc:chgData name="Aleksandra Giebień" userId="c5dd5123b3ed5494" providerId="LiveId" clId="{BD7726C1-84D8-4E14-9EAC-65ED136E6EC0}" dt="2026-02-04T13:17:57.387" v="40" actId="47"/>
        <pc:sldMkLst>
          <pc:docMk/>
          <pc:sldMk cId="91121441" sldId="25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FDB36-C4E2-4903-9C6F-9AFBFD540562}" type="datetimeFigureOut">
              <a:rPr lang="pl-PL" smtClean="0"/>
              <a:t>04.02.2026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61BB2-0858-47E7-A2AC-5CCD505149A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3368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Image source: AI-generated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9348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319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CA72-ECCE-9054-582B-3F4D0360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778A90D-9644-BDAE-53E6-0AAE8CBE7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AD461D1-1884-C5F7-C773-71E635EC4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DB5CCDA-3608-A04F-7F0C-233329731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7759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E41D-0925-8DDE-B6DA-BB47CB1F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2A8374C-8990-68AC-DC6F-4A42EA326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9C66BFE-C332-2BED-5C3C-9930D1393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0531D0-8975-952F-DD8D-571AB375E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9903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3337D-3820-FDEB-3B77-956A4320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62FAB6B-2ECE-EE63-89E2-2DD860D8C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A94A8DC-D3AB-414D-D392-B744C201F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B93E495-C686-CE24-6BA5-B0EEBCD74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04427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108B-8F6C-C73B-7DDD-9249B4BC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0B28615-5121-3FDB-68EA-37AD6C2CA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504D32A-1D05-5797-9E49-9B8A4C4E0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7BB5E15-3D0F-5E08-F499-0981AA092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6120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53AEA-F172-65F5-9A80-EC84F5E9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DF5E2A7-8BAF-9027-21F8-14A03A711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88BD3BD-13B0-0220-FA88-B7C73EE77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6330EDC-C456-881F-711D-9CA22B999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6453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A533-431A-983D-2964-12BE5FF1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6C3EDD3-B176-076A-F8EB-4D7041D61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9F8F957-69C9-2EA9-5F72-050E6804F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9744D90-AC5B-DD85-81B4-6B2406C63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7508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9C3B7-4817-D88E-A4A7-C362BAA41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4708300-26B1-BFE1-B6E3-C12416502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A4015A1-D66F-9742-0CD3-3AC7842F3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8C0DC3D-240C-3CB3-D3F3-7C33E7347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2803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DAAFA-04D3-CAA9-804A-380CAE84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8C438DA-4CD4-C302-39BD-5CCAF2737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719CFBD-47A7-85AB-8363-B0604DFB8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8BA1147-7B86-4C5E-D158-115BB29E7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609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5C2D-C994-9071-B429-8784B7AD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6A18C13-B6C4-9407-72F2-4EB54664A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A164B5F-6C30-88A1-2E8A-B0F640716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Lesson 1: Introduction and Goals – Defining Agnieszka’s Professional Development Path
 Lesson 2: Deforestation – Understanding the Basics
 Lesson 3: Deforestation – Analyzing Causes and Effects in a Global and Business Context
 Lesson 4: Threats to Species – Vocabulary and Introduction to Biodiversity Concerns
 Lesson 5: Threats to Species – Conservation Activities and Corporate Responsibility
 Lesson 6: Natural Hazards – Key Terminology and Business Implications
 Lesson 7: Supply Chain Risk Management – Strategies for Raw Materials Sourcing 
 Image source: AI-generated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1F829FB-6679-D667-292F-6CFC53C7A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278F7-AC39-480B-A724-F9C0DDE92C3D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9593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z obraze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953000"/>
            <a:ext cx="1078992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723056"/>
            <a:ext cx="10789920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l"/>
              <a:t>Kliknij, aby edytować styl wzorca podtytułu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75488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5" name="Stopka — symbol zastępczy 14">
            <a:extLst>
              <a:ext uri="{FF2B5EF4-FFF2-40B4-BE49-F238E27FC236}">
                <a16:creationId xmlns:a16="http://schemas.microsoft.com/office/drawing/2014/main" id="{C85E6B85-DD51-B9C3-1A0F-526FD2B32B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4" name="Data — symbol zastępczy 13">
            <a:extLst>
              <a:ext uri="{FF2B5EF4-FFF2-40B4-BE49-F238E27FC236}">
                <a16:creationId xmlns:a16="http://schemas.microsoft.com/office/drawing/2014/main" id="{34483B51-BAEC-F543-9306-DB4C7AF5BD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16" name="Numer slajdu — symbol zastępczy 15">
            <a:extLst>
              <a:ext uri="{FF2B5EF4-FFF2-40B4-BE49-F238E27FC236}">
                <a16:creationId xmlns:a16="http://schemas.microsoft.com/office/drawing/2014/main" id="{49BFBAB6-9C99-43B8-8C8A-FF7580EA82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12121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b"/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4" name="Stopka — symbol zastępczy 13">
            <a:extLst>
              <a:ext uri="{FF2B5EF4-FFF2-40B4-BE49-F238E27FC236}">
                <a16:creationId xmlns:a16="http://schemas.microsoft.com/office/drawing/2014/main" id="{7A6B1363-C680-CD66-D9AB-FC7F9B2A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3" name="Data — symbol zastępczy 12">
            <a:extLst>
              <a:ext uri="{FF2B5EF4-FFF2-40B4-BE49-F238E27FC236}">
                <a16:creationId xmlns:a16="http://schemas.microsoft.com/office/drawing/2014/main" id="{6BAC46A9-8368-539A-C6C7-283FD864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134031AA-21A9-A2B8-A1F5-5B84DB24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1754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z obrazem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00" y="685800"/>
            <a:ext cx="3749040" cy="39319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0" y="4870174"/>
            <a:ext cx="374904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l"/>
              <a:t>Kliknij, aby edytować styl wzorca podtytułu</a:t>
            </a:r>
          </a:p>
        </p:txBody>
      </p:sp>
      <p:sp>
        <p:nvSpPr>
          <p:cNvPr id="14" name="Obraz — symbol zastępczy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1956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7" name="Stopka — symbol zastępczy 16">
            <a:extLst>
              <a:ext uri="{FF2B5EF4-FFF2-40B4-BE49-F238E27FC236}">
                <a16:creationId xmlns:a16="http://schemas.microsoft.com/office/drawing/2014/main" id="{CBBFAB2B-01D7-D044-2081-96C1458C67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72400" y="6309360"/>
            <a:ext cx="2438400" cy="548640"/>
          </a:xfrm>
        </p:spPr>
        <p:txBody>
          <a:bodyPr lIns="91440" rIns="91440" rtlCol="0"/>
          <a:lstStyle>
            <a:lvl1pPr algn="l"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6" name="Data — symbol zastępczy 15">
            <a:extLst>
              <a:ext uri="{FF2B5EF4-FFF2-40B4-BE49-F238E27FC236}">
                <a16:creationId xmlns:a16="http://schemas.microsoft.com/office/drawing/2014/main" id="{FD41E24D-9DF2-8567-C427-B7D499C23E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8" name="Numer slajdu — symbol zastępczy 17">
            <a:extLst>
              <a:ext uri="{FF2B5EF4-FFF2-40B4-BE49-F238E27FC236}">
                <a16:creationId xmlns:a16="http://schemas.microsoft.com/office/drawing/2014/main" id="{C19C57A0-3CC0-974C-F999-A01B7DF195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3720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z obrazem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0" y="685800"/>
            <a:ext cx="3566160" cy="35711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5280" y="4403039"/>
            <a:ext cx="356616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l"/>
              <a:t>Kliknij, aby edytować styl wzorca podtytułu</a:t>
            </a:r>
          </a:p>
        </p:txBody>
      </p:sp>
      <p:sp>
        <p:nvSpPr>
          <p:cNvPr id="14" name="Obraz — symbol zastępczy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E9AF9E37-EACE-569E-F110-B4E3F4EF71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55280" y="6309360"/>
            <a:ext cx="1444752" cy="548640"/>
          </a:xfrm>
        </p:spPr>
        <p:txBody>
          <a:bodyPr lIns="91440" rIns="91440"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algn="l" rtl="0"/>
            <a:r>
              <a:rPr lang="pl"/>
              <a:t>Tytuł prezentacji</a:t>
            </a:r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AE4E592C-EE16-8366-A0CD-55B2C02F547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45B859B5-326B-1048-3F2A-01A6A3F1AA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499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z obrazem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85800"/>
            <a:ext cx="3840480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492488"/>
            <a:ext cx="384048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l"/>
              <a:t>Kliknij, aby edytować styl wzorca podtytułu</a:t>
            </a:r>
            <a:endParaRPr lang="en-US" dirty="0"/>
          </a:p>
        </p:txBody>
      </p:sp>
      <p:sp>
        <p:nvSpPr>
          <p:cNvPr id="17" name="Stopka — symbol zastępczy 16">
            <a:extLst>
              <a:ext uri="{FF2B5EF4-FFF2-40B4-BE49-F238E27FC236}">
                <a16:creationId xmlns:a16="http://schemas.microsoft.com/office/drawing/2014/main" id="{ACFD9A81-0421-82B4-DD18-3A7E76292F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85800" y="6309360"/>
            <a:ext cx="1444752" cy="548640"/>
          </a:xfrm>
        </p:spPr>
        <p:txBody>
          <a:bodyPr lIns="91440" rIns="91440" rtlCol="0"/>
          <a:lstStyle>
            <a:lvl1pPr algn="l"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6" name="Data — symbol zastępczy 15">
            <a:extLst>
              <a:ext uri="{FF2B5EF4-FFF2-40B4-BE49-F238E27FC236}">
                <a16:creationId xmlns:a16="http://schemas.microsoft.com/office/drawing/2014/main" id="{C2B408D8-3BD4-92A7-A0AE-86B7B71861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11880" y="6323874"/>
            <a:ext cx="914400" cy="548640"/>
          </a:xfrm>
        </p:spPr>
        <p:txBody>
          <a:bodyPr lIns="91440" rIns="91440" rtlCol="0"/>
          <a:lstStyle>
            <a:lvl1pPr algn="r"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574" y="0"/>
            <a:ext cx="708042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8" name="Numer slajdu — symbol zastępczy 17">
            <a:extLst>
              <a:ext uri="{FF2B5EF4-FFF2-40B4-BE49-F238E27FC236}">
                <a16:creationId xmlns:a16="http://schemas.microsoft.com/office/drawing/2014/main" id="{B63CD4FA-3BB5-C3C1-C3D6-A8F03DDBD1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53792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z obrazem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3276600"/>
            <a:ext cx="3657600" cy="2845567"/>
          </a:xfr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685802"/>
            <a:ext cx="3657600" cy="2113720"/>
          </a:xfrm>
        </p:spPr>
        <p:txBody>
          <a:bodyPr vert="horz" lIns="91440" tIns="45720" rIns="91440" bIns="45720" rtlCol="0" anchor="b" anchorCtr="0">
            <a:normAutofit/>
          </a:bodyPr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l"/>
              <a:t>Kliknij, aby edytować styl wzorca podtytułu</a:t>
            </a:r>
          </a:p>
        </p:txBody>
      </p:sp>
      <p:sp>
        <p:nvSpPr>
          <p:cNvPr id="14" name="Obraz — symbol zastępczy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3" name="Stopka — symbol zastępczy 12">
            <a:extLst>
              <a:ext uri="{FF2B5EF4-FFF2-40B4-BE49-F238E27FC236}">
                <a16:creationId xmlns:a16="http://schemas.microsoft.com/office/drawing/2014/main" id="{F9954665-4AE4-E66F-CBDA-FAA767B9F9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846390" y="6309360"/>
            <a:ext cx="1444752" cy="548640"/>
          </a:xfrm>
        </p:spPr>
        <p:txBody>
          <a:bodyPr lIns="91440" rIns="91440" rtlCol="0"/>
          <a:lstStyle>
            <a:lvl1pPr algn="l"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23B3ED0A-0283-8DBC-399B-76A88525B9D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ABEFD957-C473-4A3C-F70B-A30911A5B7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681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ytu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85800"/>
            <a:ext cx="9598152" cy="41445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937760"/>
            <a:ext cx="7769354" cy="9601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l"/>
              <a:t>Kliknij, aby edytować styl wzorca podtytułu</a:t>
            </a:r>
          </a:p>
        </p:txBody>
      </p:sp>
      <p:sp>
        <p:nvSpPr>
          <p:cNvPr id="9" name="Stopka — symbol zastępczy 8">
            <a:extLst>
              <a:ext uri="{FF2B5EF4-FFF2-40B4-BE49-F238E27FC236}">
                <a16:creationId xmlns:a16="http://schemas.microsoft.com/office/drawing/2014/main" id="{62B026E3-ACB9-D9C1-D585-AFCCE9F7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8" name="Data — symbol zastępczy 7">
            <a:extLst>
              <a:ext uri="{FF2B5EF4-FFF2-40B4-BE49-F238E27FC236}">
                <a16:creationId xmlns:a16="http://schemas.microsoft.com/office/drawing/2014/main" id="{E7178590-69EB-0C65-77A9-FA70F775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0" name="Numer slajdu — symbol zastępczy 9">
            <a:extLst>
              <a:ext uri="{FF2B5EF4-FFF2-40B4-BE49-F238E27FC236}">
                <a16:creationId xmlns:a16="http://schemas.microsoft.com/office/drawing/2014/main" id="{5A1123C1-7FB9-709A-71B6-79DB02B8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5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ytuł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01420"/>
            <a:ext cx="9140954" cy="2836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318968"/>
            <a:ext cx="73121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l"/>
              <a:t>Kliknij, aby edytować styl wzorca podtytułu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4B11C0B4-9F47-DBDA-8D0E-E312E735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F4EBD9A7-702F-644F-6937-CD2E7E50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79EFA6C2-F234-8C90-8C8A-DA65AD9E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 b="1"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3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ytuł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560442"/>
            <a:ext cx="8229600" cy="2379013"/>
          </a:xfrm>
        </p:spPr>
        <p:txBody>
          <a:bodyPr rtlCol="0" anchor="b">
            <a:norm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8"/>
            <a:ext cx="7588155" cy="102931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"/>
              <a:t>Kliknij, aby edytować styl wzorca podtytułu</a:t>
            </a:r>
            <a:endParaRPr lang="en-US" dirty="0"/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D4522F89-1E56-F306-053D-C0B18C52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27A8B4BE-CB35-E626-11EF-80FAE0CA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A3CBFF5E-85B0-1C59-039F-716ADF0B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073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łówek sekcj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570071"/>
            <a:ext cx="7909560" cy="49069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l"/>
              <a:t>Nagłówek sekcji</a:t>
            </a:r>
          </a:p>
        </p:txBody>
      </p:sp>
      <p:sp>
        <p:nvSpPr>
          <p:cNvPr id="20" name="Stopka — symbol zastępczy 19">
            <a:extLst>
              <a:ext uri="{FF2B5EF4-FFF2-40B4-BE49-F238E27FC236}">
                <a16:creationId xmlns:a16="http://schemas.microsoft.com/office/drawing/2014/main" id="{A6421593-F6C6-3F5E-1521-2D67AC3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1444752" cy="548640"/>
          </a:xfrm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19" name="Data — symbol zastępczy 18">
            <a:extLst>
              <a:ext uri="{FF2B5EF4-FFF2-40B4-BE49-F238E27FC236}">
                <a16:creationId xmlns:a16="http://schemas.microsoft.com/office/drawing/2014/main" id="{E4D20C53-6E70-6CC1-10F9-1060FA2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15600" y="0"/>
            <a:ext cx="1143000" cy="548640"/>
          </a:xfrm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21" name="Numer slajdu — symbol zastępczy 20">
            <a:extLst>
              <a:ext uri="{FF2B5EF4-FFF2-40B4-BE49-F238E27FC236}">
                <a16:creationId xmlns:a16="http://schemas.microsoft.com/office/drawing/2014/main" id="{CB2C1868-5A21-F4CD-B2C8-33C6E822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4076" y="0"/>
            <a:ext cx="547924" cy="548640"/>
          </a:xfrm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12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6309360" cy="1371600"/>
          </a:xfrm>
        </p:spPr>
        <p:txBody>
          <a:bodyPr rtlCol="0" anchor="t" anchorCtr="0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3200" y="2834640"/>
            <a:ext cx="8686800" cy="3200400"/>
          </a:xfrm>
        </p:spPr>
        <p:txBody>
          <a:bodyPr rtlCol="0">
            <a:normAutofit/>
          </a:bodyPr>
          <a:lstStyle>
            <a:lvl1pPr marL="457200" indent="-4572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2000"/>
            </a:lvl1pPr>
            <a:lvl2pPr marL="685800" indent="-4572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600"/>
            </a:lvl3pPr>
            <a:lvl4pPr marL="1028700" indent="-3429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600"/>
            </a:lvl4pPr>
            <a:lvl5pPr marL="1257300" indent="-3429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6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FCAF3811-AE9E-8CEE-4BB5-D49A25E57CAA}"/>
              </a:ext>
            </a:extLst>
          </p:cNvPr>
          <p:cNvCxnSpPr/>
          <p:nvPr userDrawn="1"/>
        </p:nvCxnSpPr>
        <p:spPr>
          <a:xfrm>
            <a:off x="0" y="2206870"/>
            <a:ext cx="5442438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opka — symbol zastępczy 23">
            <a:extLst>
              <a:ext uri="{FF2B5EF4-FFF2-40B4-BE49-F238E27FC236}">
                <a16:creationId xmlns:a16="http://schemas.microsoft.com/office/drawing/2014/main" id="{A94E7796-5FDC-648C-3C83-1CB92A985A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23" name="Data — symbol zastępczy 22">
            <a:extLst>
              <a:ext uri="{FF2B5EF4-FFF2-40B4-BE49-F238E27FC236}">
                <a16:creationId xmlns:a16="http://schemas.microsoft.com/office/drawing/2014/main" id="{9AF25DA3-0D11-567E-8C45-641244EBFE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25" name="Numer slajdu — symbol zastępczy 24">
            <a:extLst>
              <a:ext uri="{FF2B5EF4-FFF2-40B4-BE49-F238E27FC236}">
                <a16:creationId xmlns:a16="http://schemas.microsoft.com/office/drawing/2014/main" id="{0893736D-26B2-06DD-ABDD-15F3DD4D36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38729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n z obraz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6309360" cy="1371600"/>
          </a:xfrm>
        </p:spPr>
        <p:txBody>
          <a:bodyPr rtlCol="0" anchor="t" anchorCtr="0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3201" y="2834640"/>
            <a:ext cx="4358774" cy="3200400"/>
          </a:xfrm>
        </p:spPr>
        <p:txBody>
          <a:bodyPr rtlCol="0">
            <a:normAutofit/>
          </a:bodyPr>
          <a:lstStyle>
            <a:lvl1pPr marL="457200" indent="-4572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2000"/>
            </a:lvl1pPr>
            <a:lvl2pPr marL="571500" indent="-3429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600"/>
            </a:lvl3pPr>
            <a:lvl4pPr marL="1028700" indent="-342900"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400"/>
            </a:lvl4pPr>
            <a:lvl5pPr>
              <a:buClr>
                <a:schemeClr val="accent2">
                  <a:lumMod val="90000"/>
                </a:schemeClr>
              </a:buClr>
              <a:buFont typeface="+mj-lt"/>
              <a:buAutoNum type="arabicPeriod"/>
              <a:defRPr sz="14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9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5BBF0AEE-5A27-FCDE-3C64-4ACC7935FE49}"/>
              </a:ext>
            </a:extLst>
          </p:cNvPr>
          <p:cNvCxnSpPr/>
          <p:nvPr userDrawn="1"/>
        </p:nvCxnSpPr>
        <p:spPr>
          <a:xfrm>
            <a:off x="0" y="2206870"/>
            <a:ext cx="5442438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opka — symbol zastępczy 18">
            <a:extLst>
              <a:ext uri="{FF2B5EF4-FFF2-40B4-BE49-F238E27FC236}">
                <a16:creationId xmlns:a16="http://schemas.microsoft.com/office/drawing/2014/main" id="{7AFBA87F-7701-A29C-E9FC-66AEC272FB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r>
              <a:rPr lang="pl"/>
              <a:t>Tytuł prezentacji</a:t>
            </a:r>
            <a:endParaRPr lang="en-US" b="1" dirty="0"/>
          </a:p>
        </p:txBody>
      </p:sp>
      <p:sp>
        <p:nvSpPr>
          <p:cNvPr id="18" name="Data — symbol zastępczy 17">
            <a:extLst>
              <a:ext uri="{FF2B5EF4-FFF2-40B4-BE49-F238E27FC236}">
                <a16:creationId xmlns:a16="http://schemas.microsoft.com/office/drawing/2014/main" id="{6800BE9B-CE8D-684B-DC80-1D80F6FAD4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43600" y="6309360"/>
            <a:ext cx="1158375" cy="548640"/>
          </a:xfrm>
        </p:spPr>
        <p:txBody>
          <a:bodyPr rtlCol="0"/>
          <a:lstStyle>
            <a:lvl1pPr>
              <a:defRPr b="1"/>
            </a:lvl1pPr>
          </a:lstStyle>
          <a:p>
            <a:pPr rtl="0"/>
            <a:r>
              <a:rPr lang="en-US"/>
              <a:t>30/10/2025</a:t>
            </a:r>
            <a:endParaRPr lang="en-US" b="1" dirty="0"/>
          </a:p>
        </p:txBody>
      </p:sp>
      <p:sp>
        <p:nvSpPr>
          <p:cNvPr id="20" name="Numer slajdu — symbol zastępczy 19">
            <a:extLst>
              <a:ext uri="{FF2B5EF4-FFF2-40B4-BE49-F238E27FC236}">
                <a16:creationId xmlns:a16="http://schemas.microsoft.com/office/drawing/2014/main" id="{D917E3BB-5497-4C52-A736-6EB57D9798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58441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1">
            <a:extLst>
              <a:ext uri="{FF2B5EF4-FFF2-40B4-BE49-F238E27FC236}">
                <a16:creationId xmlns:a16="http://schemas.microsoft.com/office/drawing/2014/main" id="{CE1DA49E-3CB9-75DC-406C-62492414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5120640" cy="5486400"/>
          </a:xfrm>
        </p:spPr>
        <p:txBody>
          <a:bodyPr rtlCol="0" anchor="ctr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5" name="Zawartość — symbol zastępczy 7">
            <a:extLst>
              <a:ext uri="{FF2B5EF4-FFF2-40B4-BE49-F238E27FC236}">
                <a16:creationId xmlns:a16="http://schemas.microsoft.com/office/drawing/2014/main" id="{86084799-A017-90D1-4D71-0EEB7C83708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748272" y="3841202"/>
            <a:ext cx="4754880" cy="1737358"/>
          </a:xfrm>
        </p:spPr>
        <p:txBody>
          <a:bodyPr rtlCol="0">
            <a:normAutofit/>
          </a:bodyPr>
          <a:lstStyle>
            <a:lvl1pPr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4" name="Stopka — symbol zastępczy 13">
            <a:extLst>
              <a:ext uri="{FF2B5EF4-FFF2-40B4-BE49-F238E27FC236}">
                <a16:creationId xmlns:a16="http://schemas.microsoft.com/office/drawing/2014/main" id="{DD7BC0DF-EFC8-44A3-68C2-E23FAA2E86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</a:p>
        </p:txBody>
      </p:sp>
      <p:sp>
        <p:nvSpPr>
          <p:cNvPr id="13" name="Data — symbol zastępczy 12">
            <a:extLst>
              <a:ext uri="{FF2B5EF4-FFF2-40B4-BE49-F238E27FC236}">
                <a16:creationId xmlns:a16="http://schemas.microsoft.com/office/drawing/2014/main" id="{BD1AE523-650D-4E40-07AD-306A92A9669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0D499D6E-475E-9A93-7BC7-903ABDED9C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6E7C0D8B-3878-C48B-D6D9-56A0E34B7392}"/>
              </a:ext>
            </a:extLst>
          </p:cNvPr>
          <p:cNvCxnSpPr>
            <a:cxnSpLocks/>
          </p:cNvCxnSpPr>
          <p:nvPr userDrawn="1"/>
        </p:nvCxnSpPr>
        <p:spPr>
          <a:xfrm>
            <a:off x="6749562" y="3276600"/>
            <a:ext cx="5442438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784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5120640" cy="5486400"/>
          </a:xfrm>
        </p:spPr>
        <p:txBody>
          <a:bodyPr rtlCol="0" anchor="ctr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48272" y="2362200"/>
            <a:ext cx="4754880" cy="3566160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4" name="Stopka — symbol zastępczy 13">
            <a:extLst>
              <a:ext uri="{FF2B5EF4-FFF2-40B4-BE49-F238E27FC236}">
                <a16:creationId xmlns:a16="http://schemas.microsoft.com/office/drawing/2014/main" id="{4E6FD18B-5C67-9051-4CF6-EBF315BAC1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</a:p>
        </p:txBody>
      </p:sp>
      <p:sp>
        <p:nvSpPr>
          <p:cNvPr id="13" name="Data — symbol zastępczy 12">
            <a:extLst>
              <a:ext uri="{FF2B5EF4-FFF2-40B4-BE49-F238E27FC236}">
                <a16:creationId xmlns:a16="http://schemas.microsoft.com/office/drawing/2014/main" id="{540D6515-3CED-315D-0B1B-CD74993794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75382665-9F43-96F8-F839-96F7596867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AD8F2E04-B970-1D22-A567-2F2D0BC65B4C}"/>
              </a:ext>
            </a:extLst>
          </p:cNvPr>
          <p:cNvCxnSpPr>
            <a:cxnSpLocks/>
          </p:cNvCxnSpPr>
          <p:nvPr userDrawn="1"/>
        </p:nvCxnSpPr>
        <p:spPr>
          <a:xfrm>
            <a:off x="6749562" y="1752600"/>
            <a:ext cx="5442438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364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923455" cy="4083580"/>
          </a:xfrm>
        </p:spPr>
        <p:txBody>
          <a:bodyPr rtlCol="0" anchor="t">
            <a:normAutofit/>
          </a:bodyPr>
          <a:lstStyle>
            <a:lvl1pPr>
              <a:defRPr sz="40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0189" cy="4023360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7" name="Stopka — symbol zastępczy 16">
            <a:extLst>
              <a:ext uri="{FF2B5EF4-FFF2-40B4-BE49-F238E27FC236}">
                <a16:creationId xmlns:a16="http://schemas.microsoft.com/office/drawing/2014/main" id="{C2122AFC-66BC-4995-1266-1DEB8CEC07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6" name="Data — symbol zastępczy 15">
            <a:extLst>
              <a:ext uri="{FF2B5EF4-FFF2-40B4-BE49-F238E27FC236}">
                <a16:creationId xmlns:a16="http://schemas.microsoft.com/office/drawing/2014/main" id="{3B8C73B4-F675-DA6C-C87B-197265343A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8" name="Numer slajdu — symbol zastępczy 17">
            <a:extLst>
              <a:ext uri="{FF2B5EF4-FFF2-40B4-BE49-F238E27FC236}">
                <a16:creationId xmlns:a16="http://schemas.microsoft.com/office/drawing/2014/main" id="{666393A3-F281-C54B-A886-58CE88D421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2822210B-9F08-A2FC-ADDB-C9286FF6D002}"/>
              </a:ext>
            </a:extLst>
          </p:cNvPr>
          <p:cNvCxnSpPr>
            <a:cxnSpLocks/>
          </p:cNvCxnSpPr>
          <p:nvPr userDrawn="1"/>
        </p:nvCxnSpPr>
        <p:spPr>
          <a:xfrm>
            <a:off x="5156011" y="685800"/>
            <a:ext cx="7035989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636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496147" cy="4940661"/>
          </a:xfrm>
        </p:spPr>
        <p:txBody>
          <a:bodyPr rtlCol="0" anchor="t">
            <a:normAutofit/>
          </a:bodyPr>
          <a:lstStyle>
            <a:lvl1pPr>
              <a:defRPr sz="4000"/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888"/>
            <a:ext cx="6347141" cy="4846320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7" name="Stopka — symbol zastępczy 16">
            <a:extLst>
              <a:ext uri="{FF2B5EF4-FFF2-40B4-BE49-F238E27FC236}">
                <a16:creationId xmlns:a16="http://schemas.microsoft.com/office/drawing/2014/main" id="{B258506B-7F0E-1CE3-C46B-B55BBB0AA6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6" name="Data — symbol zastępczy 15">
            <a:extLst>
              <a:ext uri="{FF2B5EF4-FFF2-40B4-BE49-F238E27FC236}">
                <a16:creationId xmlns:a16="http://schemas.microsoft.com/office/drawing/2014/main" id="{660A4F1D-9596-6174-4AAE-713716D1A0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8" name="Numer slajdu — symbol zastępczy 17">
            <a:extLst>
              <a:ext uri="{FF2B5EF4-FFF2-40B4-BE49-F238E27FC236}">
                <a16:creationId xmlns:a16="http://schemas.microsoft.com/office/drawing/2014/main" id="{A1B7F645-D4A6-2ED2-FBB7-EAEC112E43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  <p:cxnSp>
        <p:nvCxnSpPr>
          <p:cNvPr id="19" name="Łącznik prosty 18">
            <a:extLst>
              <a:ext uri="{FF2B5EF4-FFF2-40B4-BE49-F238E27FC236}">
                <a16:creationId xmlns:a16="http://schemas.microsoft.com/office/drawing/2014/main" id="{B32B44DA-EDB3-13D8-52B2-CDD95FF668A6}"/>
              </a:ext>
            </a:extLst>
          </p:cNvPr>
          <p:cNvCxnSpPr>
            <a:cxnSpLocks/>
          </p:cNvCxnSpPr>
          <p:nvPr userDrawn="1"/>
        </p:nvCxnSpPr>
        <p:spPr>
          <a:xfrm>
            <a:off x="5156011" y="685800"/>
            <a:ext cx="7035989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494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349754" cy="2721451"/>
          </a:xfrm>
        </p:spPr>
        <p:txBody>
          <a:bodyPr rtlCol="0" anchor="t">
            <a:normAutofit/>
          </a:bodyPr>
          <a:lstStyle>
            <a:lvl1pPr>
              <a:defRPr sz="40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685800"/>
            <a:ext cx="6858000" cy="5514816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7" name="Stopka — symbol zastępczy 16">
            <a:extLst>
              <a:ext uri="{FF2B5EF4-FFF2-40B4-BE49-F238E27FC236}">
                <a16:creationId xmlns:a16="http://schemas.microsoft.com/office/drawing/2014/main" id="{3592DCB9-A492-FE13-AF1E-7F11E1AA03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6" name="Data — symbol zastępczy 15">
            <a:extLst>
              <a:ext uri="{FF2B5EF4-FFF2-40B4-BE49-F238E27FC236}">
                <a16:creationId xmlns:a16="http://schemas.microsoft.com/office/drawing/2014/main" id="{8399732B-F9A2-F949-D87A-745F525E4D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8" name="Numer slajdu — symbol zastępczy 17">
            <a:extLst>
              <a:ext uri="{FF2B5EF4-FFF2-40B4-BE49-F238E27FC236}">
                <a16:creationId xmlns:a16="http://schemas.microsoft.com/office/drawing/2014/main" id="{742CF50F-386B-7CF6-E6C9-25AA0F139A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57887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685799"/>
            <a:ext cx="2651760" cy="2194560"/>
          </a:xfrm>
        </p:spPr>
        <p:txBody>
          <a:bodyPr rtlCol="0" anchor="b"/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5176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F04C9A45-DF85-730D-895E-DD4D54BB61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89055" y="6309360"/>
            <a:ext cx="1444752" cy="548640"/>
          </a:xfrm>
        </p:spPr>
        <p:txBody>
          <a:bodyPr lIns="91440" rIns="91440" rtlCol="0"/>
          <a:lstStyle>
            <a:lvl1pPr algn="l"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FCB8E9E7-C6AA-5486-0F1F-7CAF0941260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2458E34D-D287-598F-A8AC-381BD6C1F20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55994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799"/>
            <a:ext cx="2651760" cy="2194560"/>
          </a:xfrm>
        </p:spPr>
        <p:txBody>
          <a:bodyPr rtlCol="0" anchor="b"/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3011335"/>
            <a:ext cx="265176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FAF1FD15-D660-8E99-2F30-F821EA8FBC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217EB7F9-DC25-C1C0-FB90-D37C62D4900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395637" y="6309360"/>
            <a:ext cx="914400" cy="548640"/>
          </a:xfrm>
        </p:spPr>
        <p:txBody>
          <a:bodyPr lIns="91440" rIns="91440" rtlCol="0"/>
          <a:lstStyle>
            <a:lvl1pPr algn="r">
              <a:defRPr b="1"/>
            </a:lvl1pPr>
          </a:lstStyle>
          <a:p>
            <a:pPr rtl="0"/>
            <a:r>
              <a:rPr lang="en-US"/>
              <a:t>30/10/2025</a:t>
            </a:r>
            <a:endParaRPr lang="en-US" b="1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5367B05B-9852-9253-5FA9-E7F01FA6DB0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89203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012268"/>
            <a:ext cx="4019522" cy="112727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5080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5" name="Stopka — symbol zastępczy 14">
            <a:extLst>
              <a:ext uri="{FF2B5EF4-FFF2-40B4-BE49-F238E27FC236}">
                <a16:creationId xmlns:a16="http://schemas.microsoft.com/office/drawing/2014/main" id="{7D34CD9F-D768-826C-6068-D19E1430014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4" name="Data — symbol zastępczy 13">
            <a:extLst>
              <a:ext uri="{FF2B5EF4-FFF2-40B4-BE49-F238E27FC236}">
                <a16:creationId xmlns:a16="http://schemas.microsoft.com/office/drawing/2014/main" id="{701BED28-357D-4F89-B9BA-B6464B9050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6" name="Numer slajdu — symbol zastępczy 15">
            <a:extLst>
              <a:ext uri="{FF2B5EF4-FFF2-40B4-BE49-F238E27FC236}">
                <a16:creationId xmlns:a16="http://schemas.microsoft.com/office/drawing/2014/main" id="{C87ECC3B-C467-A778-F8B3-C3354B191A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390594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685800"/>
            <a:ext cx="3291840" cy="1667226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468880"/>
            <a:ext cx="3291840" cy="374904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6416BD78-1156-E2CB-92EF-CBDD752BE7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790" y="6309360"/>
            <a:ext cx="1444752" cy="548640"/>
          </a:xfrm>
        </p:spPr>
        <p:txBody>
          <a:bodyPr lIns="91440" rIns="91440" rtlCol="0"/>
          <a:lstStyle>
            <a:lvl1pPr algn="l"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72E9ACE6-EBDD-9FEF-E30B-C49DF2B5EB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r>
              <a:rPr lang="en-US"/>
              <a:t>30/10/2025</a:t>
            </a:r>
            <a:endParaRPr lang="en-US" b="1" dirty="0"/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30CBF556-3E2C-96E3-002A-1B5CD303E4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425377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291840" cy="1667226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2468880"/>
            <a:ext cx="3291840" cy="3814887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5" name="Stopka — symbol zastępczy 14">
            <a:extLst>
              <a:ext uri="{FF2B5EF4-FFF2-40B4-BE49-F238E27FC236}">
                <a16:creationId xmlns:a16="http://schemas.microsoft.com/office/drawing/2014/main" id="{6E1A43F5-DA63-BB10-3630-B39550C555F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4" name="Data — symbol zastępczy 13">
            <a:extLst>
              <a:ext uri="{FF2B5EF4-FFF2-40B4-BE49-F238E27FC236}">
                <a16:creationId xmlns:a16="http://schemas.microsoft.com/office/drawing/2014/main" id="{9122A604-3126-053C-329B-F361F0C06D2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063240" y="6309360"/>
            <a:ext cx="914400" cy="548640"/>
          </a:xfrm>
        </p:spPr>
        <p:txBody>
          <a:bodyPr lIns="91440" rIns="91440" rtlCol="0"/>
          <a:lstStyle>
            <a:lvl1pPr algn="r">
              <a:defRPr b="1"/>
            </a:lvl1pPr>
          </a:lstStyle>
          <a:p>
            <a:pPr rtl="0"/>
            <a:r>
              <a:rPr lang="en-US"/>
              <a:t>30/10/2025</a:t>
            </a:r>
            <a:endParaRPr lang="en-US" b="1" dirty="0"/>
          </a:p>
        </p:txBody>
      </p:sp>
      <p:sp>
        <p:nvSpPr>
          <p:cNvPr id="16" name="Numer slajdu — symbol zastępczy 15">
            <a:extLst>
              <a:ext uri="{FF2B5EF4-FFF2-40B4-BE49-F238E27FC236}">
                <a16:creationId xmlns:a16="http://schemas.microsoft.com/office/drawing/2014/main" id="{F0A79120-8B24-0DF4-8107-506DBEAA07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87330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685800"/>
            <a:ext cx="4389120" cy="1280160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2103120"/>
            <a:ext cx="4389120" cy="411480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5" name="Stopka — symbol zastępczy 14">
            <a:extLst>
              <a:ext uri="{FF2B5EF4-FFF2-40B4-BE49-F238E27FC236}">
                <a16:creationId xmlns:a16="http://schemas.microsoft.com/office/drawing/2014/main" id="{949D437D-B77F-C121-8BA3-65C20A0FDC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4889" y="6309360"/>
            <a:ext cx="1444752" cy="548640"/>
          </a:xfrm>
        </p:spPr>
        <p:txBody>
          <a:bodyPr lIns="91440" rIns="91440" rtlCol="0"/>
          <a:lstStyle>
            <a:lvl1pPr algn="l"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4" name="Data — symbol zastępczy 13">
            <a:extLst>
              <a:ext uri="{FF2B5EF4-FFF2-40B4-BE49-F238E27FC236}">
                <a16:creationId xmlns:a16="http://schemas.microsoft.com/office/drawing/2014/main" id="{79900472-B335-DFA2-4332-6F5ECFE866C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16" name="Numer slajdu — symbol zastępczy 15">
            <a:extLst>
              <a:ext uri="{FF2B5EF4-FFF2-40B4-BE49-F238E27FC236}">
                <a16:creationId xmlns:a16="http://schemas.microsoft.com/office/drawing/2014/main" id="{7BCFC63E-10B6-67ED-510E-4198601682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226521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4389120" cy="1288169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2103120"/>
            <a:ext cx="4389120" cy="411480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15DB2D33-C4AD-9210-0361-1ED8CAFE80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F238A9DF-AC38-D01B-9F44-E40F0332E7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60520" y="6309360"/>
            <a:ext cx="914400" cy="548640"/>
          </a:xfrm>
        </p:spPr>
        <p:txBody>
          <a:bodyPr lIns="91440" rIns="91440" rtlCol="0"/>
          <a:lstStyle>
            <a:lvl1pPr algn="r">
              <a:defRPr b="1"/>
            </a:lvl1pPr>
          </a:lstStyle>
          <a:p>
            <a:pPr rtl="0"/>
            <a:r>
              <a:rPr lang="en-US"/>
              <a:t>30/10/2025</a:t>
            </a:r>
            <a:endParaRPr lang="en-US" b="1" dirty="0"/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19BD9C04-DDA3-9724-5D4F-D0DE368291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09456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80757"/>
            <a:ext cx="3044954" cy="2245126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7"/>
            <a:ext cx="7406640" cy="244384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5E1E2293-0981-CA67-BC69-2A34B16B7D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7519DAE2-7AAB-3D6B-7EF9-2627D8237C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A05FD2C2-A97A-832C-423E-BD004E96039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408787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021873" cy="1773540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685800"/>
            <a:ext cx="7360920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9" name="Stopka — symbol zastępczy 8">
            <a:extLst>
              <a:ext uri="{FF2B5EF4-FFF2-40B4-BE49-F238E27FC236}">
                <a16:creationId xmlns:a16="http://schemas.microsoft.com/office/drawing/2014/main" id="{B95F48D1-80B9-D5A3-02FE-C55775ED18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3048000"/>
            <a:ext cx="1444752" cy="548640"/>
          </a:xfrm>
        </p:spPr>
        <p:txBody>
          <a:bodyPr lIns="91440" rIns="91440" rtlCol="0"/>
          <a:lstStyle>
            <a:lvl1pPr algn="l"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6DF4A28-A60F-B442-081E-A6E44BF96F1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668000" y="3048000"/>
            <a:ext cx="914400" cy="548640"/>
          </a:xfrm>
        </p:spPr>
        <p:txBody>
          <a:bodyPr lIns="91440" rIns="91440" rtlCol="0"/>
          <a:lstStyle>
            <a:lvl1pPr algn="r">
              <a:defRPr b="1"/>
            </a:lvl1pPr>
          </a:lstStyle>
          <a:p>
            <a:pPr rtl="0"/>
            <a:r>
              <a:rPr lang="en-US"/>
              <a:t>30/10/2025</a:t>
            </a:r>
            <a:endParaRPr lang="en-US" b="1" dirty="0"/>
          </a:p>
        </p:txBody>
      </p:sp>
      <p:sp>
        <p:nvSpPr>
          <p:cNvPr id="4" name="Obraz — symbol zastępczy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0" name="Numer slajdu — symbol zastępczy 9">
            <a:extLst>
              <a:ext uri="{FF2B5EF4-FFF2-40B4-BE49-F238E27FC236}">
                <a16:creationId xmlns:a16="http://schemas.microsoft.com/office/drawing/2014/main" id="{7A9F18E4-7312-4847-6937-7747938581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7668422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85800"/>
            <a:ext cx="6355080" cy="1280160"/>
          </a:xfrm>
        </p:spPr>
        <p:txBody>
          <a:bodyPr rtlCol="0" anchor="b"/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14" name="Obraz — symbol zastępczy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2103120"/>
            <a:ext cx="6355080" cy="411480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6" name="Stopka — symbol zastępczy 15">
            <a:extLst>
              <a:ext uri="{FF2B5EF4-FFF2-40B4-BE49-F238E27FC236}">
                <a16:creationId xmlns:a16="http://schemas.microsoft.com/office/drawing/2014/main" id="{F06C09F9-F830-FCE8-A68C-46E87CA1E1A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7368" y="6309360"/>
            <a:ext cx="1444752" cy="548640"/>
          </a:xfrm>
        </p:spPr>
        <p:txBody>
          <a:bodyPr lIns="91440" rIns="91440" rtlCol="0"/>
          <a:lstStyle>
            <a:lvl1pPr algn="l"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5" name="Data — symbol zastępczy 14">
            <a:extLst>
              <a:ext uri="{FF2B5EF4-FFF2-40B4-BE49-F238E27FC236}">
                <a16:creationId xmlns:a16="http://schemas.microsoft.com/office/drawing/2014/main" id="{D1819327-8877-34E6-BAFE-8B1ADD1A026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17" name="Numer slajdu — symbol zastępczy 16">
            <a:extLst>
              <a:ext uri="{FF2B5EF4-FFF2-40B4-BE49-F238E27FC236}">
                <a16:creationId xmlns:a16="http://schemas.microsoft.com/office/drawing/2014/main" id="{8D186B16-8BC2-A5C9-BAAE-FADB9B1DAD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317956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3319"/>
            <a:ext cx="6355080" cy="1280160"/>
          </a:xfrm>
        </p:spPr>
        <p:txBody>
          <a:bodyPr rtlCol="0" anchor="b"/>
          <a:lstStyle/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2103120"/>
            <a:ext cx="6355080" cy="411480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6" name="Stopka — symbol zastępczy 15">
            <a:extLst>
              <a:ext uri="{FF2B5EF4-FFF2-40B4-BE49-F238E27FC236}">
                <a16:creationId xmlns:a16="http://schemas.microsoft.com/office/drawing/2014/main" id="{18C2F483-D495-8615-D65D-DA8600D576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r>
              <a:rPr lang="pl"/>
              <a:t>Tytuł prezentacji</a:t>
            </a:r>
            <a:endParaRPr lang="en-US" b="1" dirty="0"/>
          </a:p>
        </p:txBody>
      </p:sp>
      <p:sp>
        <p:nvSpPr>
          <p:cNvPr id="15" name="Data — symbol zastępczy 14">
            <a:extLst>
              <a:ext uri="{FF2B5EF4-FFF2-40B4-BE49-F238E27FC236}">
                <a16:creationId xmlns:a16="http://schemas.microsoft.com/office/drawing/2014/main" id="{85C5EF50-1752-13E9-6E42-5841ABC0FBE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26480" y="6309360"/>
            <a:ext cx="914400" cy="548640"/>
          </a:xfrm>
        </p:spPr>
        <p:txBody>
          <a:bodyPr lIns="91440" rIns="91440" rtlCol="0"/>
          <a:lstStyle>
            <a:lvl1pPr algn="r">
              <a:defRPr b="1"/>
            </a:lvl1pPr>
          </a:lstStyle>
          <a:p>
            <a:pPr rtl="0"/>
            <a:r>
              <a:rPr lang="en-US"/>
              <a:t>30/10/2025</a:t>
            </a:r>
            <a:endParaRPr lang="en-US" b="1" dirty="0"/>
          </a:p>
        </p:txBody>
      </p:sp>
      <p:sp>
        <p:nvSpPr>
          <p:cNvPr id="17" name="Numer slajdu — symbol zastępczy 16">
            <a:extLst>
              <a:ext uri="{FF2B5EF4-FFF2-40B4-BE49-F238E27FC236}">
                <a16:creationId xmlns:a16="http://schemas.microsoft.com/office/drawing/2014/main" id="{88303AB8-17D0-98A6-4FC4-DA144A3C3D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1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67071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89920" cy="822960"/>
          </a:xfrm>
        </p:spPr>
        <p:txBody>
          <a:bodyPr rtlCol="0"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1929384"/>
            <a:ext cx="4800600" cy="4030133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2" name="Obraz — symbol zastępczy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98699" y="1929384"/>
            <a:ext cx="6193299" cy="4928616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 rtl="0"/>
            <a:r>
              <a:rPr lang="pl"/>
              <a:t>   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E1855EEC-64A7-8557-00F2-34BAD55D77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28B5ECB5-3EA6-02B7-F063-A5E730E7FD1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72000" y="6309360"/>
            <a:ext cx="914400" cy="548640"/>
          </a:xfrm>
        </p:spPr>
        <p:txBody>
          <a:bodyPr lIns="91440" rIns="91440" rtlCol="0"/>
          <a:lstStyle>
            <a:lvl1pPr algn="r"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D14ADD5B-B467-5C77-6425-DA88FE2B14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19348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94053" cy="822960"/>
          </a:xfrm>
        </p:spPr>
        <p:txBody>
          <a:bodyPr rtlCol="0"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1929384"/>
            <a:ext cx="4637269" cy="4207695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6" name="Obraz — symbol zastępczy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861" y="1929756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 rtl="0"/>
            <a:r>
              <a:rPr lang="pl"/>
              <a:t>   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6A41B650-18FE-DC40-485C-2F6529635C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B348545-42A7-9AA3-FDA3-0A5D1AE56F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FF60A5CF-2AD2-248B-9334-21FE69E9CD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602207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89920" cy="822960"/>
          </a:xfrm>
        </p:spPr>
        <p:txBody>
          <a:bodyPr rtlCol="0"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12" name="Obraz — symbol zastępczy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" y="1929384"/>
            <a:ext cx="6189429" cy="4928616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0" y="1929384"/>
            <a:ext cx="4800600" cy="4032504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48F1B851-608B-7220-2C62-244DD0B1459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75120" y="6309360"/>
            <a:ext cx="1444752" cy="548640"/>
          </a:xfrm>
        </p:spPr>
        <p:txBody>
          <a:bodyPr lIns="91440" rIns="91440" rtlCol="0"/>
          <a:lstStyle>
            <a:lvl1pPr algn="l"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4EE344B6-8ED4-0C8A-B0B8-E4C9D63791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AE56488B-0EEA-1A94-5A62-0F33581B0B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739469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008" y="685800"/>
            <a:ext cx="6858000" cy="914400"/>
          </a:xfrm>
        </p:spPr>
        <p:txBody>
          <a:bodyPr rtlCol="0" anchor="b"/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6008" y="1737360"/>
            <a:ext cx="6858000" cy="448056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3" name="Stopka — symbol zastępczy 12">
            <a:extLst>
              <a:ext uri="{FF2B5EF4-FFF2-40B4-BE49-F238E27FC236}">
                <a16:creationId xmlns:a16="http://schemas.microsoft.com/office/drawing/2014/main" id="{1896DE65-117D-2465-6BE7-21C9A149D1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6008" y="6309360"/>
            <a:ext cx="1444752" cy="548640"/>
          </a:xfrm>
        </p:spPr>
        <p:txBody>
          <a:bodyPr lIns="91440" rIns="91440" rtlCol="0"/>
          <a:lstStyle>
            <a:lvl1pPr algn="l"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BEAF1A48-6BB3-ACD3-DB15-8F9DA66C55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14" name="Numer slajdu — symbol zastępczy 13">
            <a:extLst>
              <a:ext uri="{FF2B5EF4-FFF2-40B4-BE49-F238E27FC236}">
                <a16:creationId xmlns:a16="http://schemas.microsoft.com/office/drawing/2014/main" id="{B415E3A1-7470-0D90-97BB-7526A64B4DE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853266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6812280" cy="914400"/>
          </a:xfrm>
        </p:spPr>
        <p:txBody>
          <a:bodyPr rtlCol="0" anchor="b"/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1737360"/>
            <a:ext cx="6812280" cy="448056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3" name="Stopka — symbol zastępczy 12">
            <a:extLst>
              <a:ext uri="{FF2B5EF4-FFF2-40B4-BE49-F238E27FC236}">
                <a16:creationId xmlns:a16="http://schemas.microsoft.com/office/drawing/2014/main" id="{2ECEE378-E274-E926-096B-A8B854278FA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B1243D9C-0834-615A-B649-E632756F21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583680" y="6309360"/>
            <a:ext cx="914400" cy="548640"/>
          </a:xfrm>
        </p:spPr>
        <p:txBody>
          <a:bodyPr lIns="91440" rIns="91440" rtlCol="0"/>
          <a:lstStyle>
            <a:lvl1pPr algn="r"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14" name="Numer slajdu — symbol zastępczy 13">
            <a:extLst>
              <a:ext uri="{FF2B5EF4-FFF2-40B4-BE49-F238E27FC236}">
                <a16:creationId xmlns:a16="http://schemas.microsoft.com/office/drawing/2014/main" id="{0AD180D2-D0B3-DC9C-4936-A37A5DA4A17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084258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4599431" cy="1269482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577840" cy="5405377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AB2D4D09-E82C-B2F9-ABEA-3B875C8BF2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83C02B8D-0ADF-A11C-5121-599A31B189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61E2F665-EA6F-42DF-E0C8-3A454ADCE2F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766371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696859" cy="1316347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5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8616" y="685800"/>
            <a:ext cx="6583680" cy="548640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C34F1205-3AF5-4F37-74F5-4827221641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7ED8BD35-A31C-E5F7-034A-D16A1ED517C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0B842F13-DBA9-56D9-62B0-1F24805D0AE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599208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5120640" cy="5486400"/>
          </a:xfrm>
        </p:spPr>
        <p:txBody>
          <a:bodyPr rtlCol="0" anchor="ctr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9785" y="0"/>
            <a:ext cx="2340864" cy="23408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5432" y="3913632"/>
            <a:ext cx="4620768" cy="2011680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8DCB4B8C-D716-BC75-87A3-6CAD8894832C}"/>
              </a:ext>
            </a:extLst>
          </p:cNvPr>
          <p:cNvCxnSpPr>
            <a:cxnSpLocks/>
          </p:cNvCxnSpPr>
          <p:nvPr userDrawn="1"/>
        </p:nvCxnSpPr>
        <p:spPr>
          <a:xfrm>
            <a:off x="6189785" y="3297117"/>
            <a:ext cx="6002215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opka — symbol zastępczy 12">
            <a:extLst>
              <a:ext uri="{FF2B5EF4-FFF2-40B4-BE49-F238E27FC236}">
                <a16:creationId xmlns:a16="http://schemas.microsoft.com/office/drawing/2014/main" id="{A761FCD4-EA5E-1C01-65C1-6164497A8E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264E1D59-D2A3-284E-8E5E-EB453269E0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4" name="Numer slajdu — symbol zastępczy 13">
            <a:extLst>
              <a:ext uri="{FF2B5EF4-FFF2-40B4-BE49-F238E27FC236}">
                <a16:creationId xmlns:a16="http://schemas.microsoft.com/office/drawing/2014/main" id="{CAAD00E0-B824-14C5-DE42-74FEFE348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1104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0" y="685800"/>
            <a:ext cx="7086600" cy="1994799"/>
          </a:xfrm>
        </p:spPr>
        <p:txBody>
          <a:bodyPr rtlCol="0" anchor="b" anchorCtr="0">
            <a:normAutofit/>
          </a:bodyPr>
          <a:lstStyle>
            <a:lvl1pPr>
              <a:defRPr sz="40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" y="1849317"/>
            <a:ext cx="2895600" cy="2895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9600" y="3913632"/>
            <a:ext cx="3657600" cy="2286000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8DCB4B8C-D716-BC75-87A3-6CAD8894832C}"/>
              </a:ext>
            </a:extLst>
          </p:cNvPr>
          <p:cNvCxnSpPr>
            <a:cxnSpLocks/>
          </p:cNvCxnSpPr>
          <p:nvPr userDrawn="1"/>
        </p:nvCxnSpPr>
        <p:spPr>
          <a:xfrm>
            <a:off x="4419600" y="3297117"/>
            <a:ext cx="7772400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opka — symbol zastępczy 12">
            <a:extLst>
              <a:ext uri="{FF2B5EF4-FFF2-40B4-BE49-F238E27FC236}">
                <a16:creationId xmlns:a16="http://schemas.microsoft.com/office/drawing/2014/main" id="{A761FCD4-EA5E-1C01-65C1-6164497A8E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264E1D59-D2A3-284E-8E5E-EB453269E0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4" name="Numer slajdu — symbol zastępczy 13">
            <a:extLst>
              <a:ext uri="{FF2B5EF4-FFF2-40B4-BE49-F238E27FC236}">
                <a16:creationId xmlns:a16="http://schemas.microsoft.com/office/drawing/2014/main" id="{CAAD00E0-B824-14C5-DE42-74FEFE348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400178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awartość z obrazem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9204960" cy="1994799"/>
          </a:xfrm>
        </p:spPr>
        <p:txBody>
          <a:bodyPr rtlCol="0" anchor="b" anchorCtr="0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2971800"/>
            <a:ext cx="4297680" cy="2286000"/>
          </a:xfrm>
        </p:spPr>
        <p:txBody>
          <a:bodyPr rtlCol="0">
            <a:normAutofit/>
          </a:bodyPr>
          <a:lstStyle>
            <a:lvl1pPr>
              <a:defRPr sz="1400">
                <a:solidFill>
                  <a:schemeClr val="accent3"/>
                </a:solidFill>
              </a:defRPr>
            </a:lvl1pPr>
            <a:lvl2pPr>
              <a:defRPr sz="1400">
                <a:solidFill>
                  <a:schemeClr val="accent3"/>
                </a:solidFill>
              </a:defRPr>
            </a:lvl2pPr>
            <a:lvl3pPr>
              <a:defRPr sz="1400">
                <a:solidFill>
                  <a:schemeClr val="accent3"/>
                </a:solidFill>
              </a:defRPr>
            </a:lvl3pPr>
            <a:lvl4pPr>
              <a:defRPr sz="1400">
                <a:solidFill>
                  <a:schemeClr val="accent3"/>
                </a:solidFill>
              </a:defRPr>
            </a:lvl4pPr>
            <a:lvl5pPr>
              <a:defRPr sz="1400">
                <a:solidFill>
                  <a:schemeClr val="accent3"/>
                </a:solidFill>
              </a:defRPr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7400" y="3947050"/>
            <a:ext cx="4023360" cy="2895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3" name="Stopka — symbol zastępczy 12">
            <a:extLst>
              <a:ext uri="{FF2B5EF4-FFF2-40B4-BE49-F238E27FC236}">
                <a16:creationId xmlns:a16="http://schemas.microsoft.com/office/drawing/2014/main" id="{A761FCD4-EA5E-1C01-65C1-6164497A8E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264E1D59-D2A3-284E-8E5E-EB453269E0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4" name="Numer slajdu — symbol zastępczy 13">
            <a:extLst>
              <a:ext uri="{FF2B5EF4-FFF2-40B4-BE49-F238E27FC236}">
                <a16:creationId xmlns:a16="http://schemas.microsoft.com/office/drawing/2014/main" id="{CAAD00E0-B824-14C5-DE42-74FEFE348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675953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ża liczb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650E36C6-12C4-A224-626E-2C76DF8C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343400"/>
            <a:ext cx="6400800" cy="1554480"/>
          </a:xfrm>
        </p:spPr>
        <p:txBody>
          <a:bodyPr rtlCol="0" anchor="t">
            <a:normAutofit/>
          </a:bodyPr>
          <a:lstStyle>
            <a:lvl1pPr>
              <a:lnSpc>
                <a:spcPct val="110000"/>
              </a:lnSpc>
              <a:defRPr sz="2600" b="0">
                <a:solidFill>
                  <a:schemeClr val="accent4"/>
                </a:solidFill>
                <a:latin typeface="+mn-lt"/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DB53A99-6BE0-BB52-0F56-44CC0927B1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6" name="Data — symbol zastępczy 5">
            <a:extLst>
              <a:ext uri="{FF2B5EF4-FFF2-40B4-BE49-F238E27FC236}">
                <a16:creationId xmlns:a16="http://schemas.microsoft.com/office/drawing/2014/main" id="{8E535CB3-CCA9-4326-77FA-5E6B8EF9208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BE0CF0A1-8196-D811-F81F-2062199D6C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  <p:sp>
        <p:nvSpPr>
          <p:cNvPr id="4" name="Zawartość — symbol zastępczy 4">
            <a:extLst>
              <a:ext uri="{FF2B5EF4-FFF2-40B4-BE49-F238E27FC236}">
                <a16:creationId xmlns:a16="http://schemas.microsoft.com/office/drawing/2014/main" id="{44B83042-AD1A-B6FF-E43A-53B8F34BF5D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5800" y="685270"/>
            <a:ext cx="10542588" cy="4208463"/>
          </a:xfrm>
        </p:spPr>
        <p:txBody>
          <a:bodyPr rtlCol="0" anchor="b"/>
          <a:lstStyle>
            <a:lvl1pPr>
              <a:buNone/>
              <a:defRPr sz="27000" b="1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 rtl="0"/>
            <a:r>
              <a:rPr lang="pl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14097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czba duż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C3A71906-FF1C-7007-520A-0D59214B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598" y="2133601"/>
            <a:ext cx="4419602" cy="2819399"/>
          </a:xfrm>
        </p:spPr>
        <p:txBody>
          <a:bodyPr rtlCol="0" anchor="t">
            <a:normAutofit/>
          </a:bodyPr>
          <a:lstStyle>
            <a:lvl1pPr>
              <a:lnSpc>
                <a:spcPct val="110000"/>
              </a:lnSpc>
              <a:defRPr sz="2800" b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4" name="Zawartość — symbol zastępczy 4">
            <a:extLst>
              <a:ext uri="{FF2B5EF4-FFF2-40B4-BE49-F238E27FC236}">
                <a16:creationId xmlns:a16="http://schemas.microsoft.com/office/drawing/2014/main" id="{0D7F0F0C-FFF4-C46A-9C4D-C4FEE4AF4ED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5800" y="2019300"/>
            <a:ext cx="5943600" cy="3566160"/>
          </a:xfrm>
        </p:spPr>
        <p:txBody>
          <a:bodyPr rtlCol="0" anchor="t"/>
          <a:lstStyle>
            <a:lvl1pPr>
              <a:lnSpc>
                <a:spcPct val="90000"/>
              </a:lnSpc>
              <a:buNone/>
              <a:defRPr sz="20000" b="1">
                <a:solidFill>
                  <a:schemeClr val="accent3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 rtl="0"/>
            <a:r>
              <a:rPr lang="pl"/>
              <a:t>##%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D152274D-6DE6-72DB-B973-7A95BCE923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44322537-6020-4AF7-85B9-F89784BBF54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AC16AC84-07A9-AC7D-B1FA-86EE8D5AF9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864528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czba duż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4">
            <a:extLst>
              <a:ext uri="{FF2B5EF4-FFF2-40B4-BE49-F238E27FC236}">
                <a16:creationId xmlns:a16="http://schemas.microsoft.com/office/drawing/2014/main" id="{53039EA1-AD3C-6097-4DDF-F5608D61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784" y="4602480"/>
            <a:ext cx="5316416" cy="1554480"/>
          </a:xfrm>
        </p:spPr>
        <p:txBody>
          <a:bodyPr rtlCol="0" anchor="t">
            <a:normAutofit/>
          </a:bodyPr>
          <a:lstStyle>
            <a:lvl1pPr>
              <a:lnSpc>
                <a:spcPct val="110000"/>
              </a:lnSpc>
              <a:defRPr sz="2600" b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4" name="Zawartość — symbol zastępczy 4">
            <a:extLst>
              <a:ext uri="{FF2B5EF4-FFF2-40B4-BE49-F238E27FC236}">
                <a16:creationId xmlns:a16="http://schemas.microsoft.com/office/drawing/2014/main" id="{61D45916-3648-A6CB-FEF5-ABDC163C5BF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5800" y="381000"/>
            <a:ext cx="7254240" cy="3474719"/>
          </a:xfrm>
        </p:spPr>
        <p:txBody>
          <a:bodyPr rtlCol="0" anchor="t"/>
          <a:lstStyle>
            <a:lvl1pPr>
              <a:lnSpc>
                <a:spcPct val="90000"/>
              </a:lnSpc>
              <a:buNone/>
              <a:defRPr sz="23000" b="1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 rtl="0"/>
            <a:r>
              <a:rPr lang="pl"/>
              <a:t>##%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0FF07871-E04F-A612-3847-493AD17EC9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1AEF37F4-9E77-D7A5-972D-44CD5419274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94596C69-4405-AC98-2DEE-E2947221E9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F5632890-866D-1CA1-4620-7881649304CA}"/>
              </a:ext>
            </a:extLst>
          </p:cNvPr>
          <p:cNvCxnSpPr>
            <a:cxnSpLocks/>
          </p:cNvCxnSpPr>
          <p:nvPr userDrawn="1"/>
        </p:nvCxnSpPr>
        <p:spPr>
          <a:xfrm>
            <a:off x="6189785" y="4114800"/>
            <a:ext cx="6002215" cy="0"/>
          </a:xfrm>
          <a:prstGeom prst="line">
            <a:avLst/>
          </a:prstGeom>
          <a:ln w="53975">
            <a:solidFill>
              <a:srgbClr val="0F5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400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ża liczba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D374552A-A41B-0895-6EF6-738C2882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2636520"/>
            <a:ext cx="4572000" cy="3154680"/>
          </a:xfrm>
        </p:spPr>
        <p:txBody>
          <a:bodyPr rtlCol="0" anchor="t">
            <a:normAutofit/>
          </a:bodyPr>
          <a:lstStyle>
            <a:lvl1pPr>
              <a:lnSpc>
                <a:spcPct val="110000"/>
              </a:lnSpc>
              <a:defRPr sz="2000" b="0">
                <a:solidFill>
                  <a:schemeClr val="accent4"/>
                </a:solidFill>
                <a:latin typeface="+mn-lt"/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4" name="Zawartość — symbol zastępczy 4">
            <a:extLst>
              <a:ext uri="{FF2B5EF4-FFF2-40B4-BE49-F238E27FC236}">
                <a16:creationId xmlns:a16="http://schemas.microsoft.com/office/drawing/2014/main" id="{2313E2DC-44BB-3688-3B61-B3DA96D58E2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5800" y="1844038"/>
            <a:ext cx="5669280" cy="4297681"/>
          </a:xfrm>
        </p:spPr>
        <p:txBody>
          <a:bodyPr rtlCol="0" anchor="t"/>
          <a:lstStyle>
            <a:lvl1pPr>
              <a:lnSpc>
                <a:spcPct val="90000"/>
              </a:lnSpc>
              <a:buNone/>
              <a:defRPr sz="18500" b="1">
                <a:solidFill>
                  <a:schemeClr val="accent5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 rtl="0"/>
            <a:r>
              <a:rPr lang="pl"/>
              <a:t>##%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6E412CA3-624D-9EC5-0455-269A0F1970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0C9E9582-BFC4-2DE1-AAC3-77216CD8A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B6CA68CC-04B7-B57A-4A1D-6732593FE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  <p:cxnSp>
        <p:nvCxnSpPr>
          <p:cNvPr id="13" name="Łącznik prosty 12">
            <a:extLst>
              <a:ext uri="{FF2B5EF4-FFF2-40B4-BE49-F238E27FC236}">
                <a16:creationId xmlns:a16="http://schemas.microsoft.com/office/drawing/2014/main" id="{9D723FA3-CE00-5B24-003F-AB5A48CB4990}"/>
              </a:ext>
            </a:extLst>
          </p:cNvPr>
          <p:cNvCxnSpPr>
            <a:cxnSpLocks/>
          </p:cNvCxnSpPr>
          <p:nvPr userDrawn="1"/>
        </p:nvCxnSpPr>
        <p:spPr>
          <a:xfrm>
            <a:off x="6934200" y="2118897"/>
            <a:ext cx="5257800" cy="0"/>
          </a:xfrm>
          <a:prstGeom prst="line">
            <a:avLst/>
          </a:prstGeom>
          <a:ln w="539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480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stawien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0" y="685800"/>
            <a:ext cx="10789920" cy="5394960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>
                <a:solidFill>
                  <a:schemeClr val="accent4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1">
                <a:solidFill>
                  <a:schemeClr val="accent4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1">
                <a:solidFill>
                  <a:schemeClr val="accent4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accent4"/>
                </a:solidFill>
              </a:defRPr>
            </a:lvl4pPr>
            <a:lvl5pPr marL="914400" indent="0">
              <a:lnSpc>
                <a:spcPct val="90000"/>
              </a:lnSpc>
              <a:buNone/>
              <a:defRPr sz="5400" b="1">
                <a:solidFill>
                  <a:schemeClr val="accent4"/>
                </a:solidFill>
              </a:defRPr>
            </a:lvl5pPr>
          </a:lstStyle>
          <a:p>
            <a:pPr lvl="0" rtl="0"/>
            <a:r>
              <a:rPr lang="pl"/>
              <a:t>Kliknij, aby dodać stwierdzenie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0A9A09C8-E4BE-5919-277B-FC58BAB9F6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  <a:endParaRPr lang="en-US" b="0" dirty="0"/>
          </a:p>
        </p:txBody>
      </p:sp>
      <p:sp>
        <p:nvSpPr>
          <p:cNvPr id="6" name="Data — symbol zastępczy 5">
            <a:extLst>
              <a:ext uri="{FF2B5EF4-FFF2-40B4-BE49-F238E27FC236}">
                <a16:creationId xmlns:a16="http://schemas.microsoft.com/office/drawing/2014/main" id="{322477BB-2AE4-F703-A045-92BB59CC68F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 b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b="0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153F7A2E-5219-DA8D-BF53-2AA1E480FB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 b="0"/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95289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wierdzen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0" y="685800"/>
            <a:ext cx="7315200" cy="5486400"/>
          </a:xfrm>
        </p:spPr>
        <p:txBody>
          <a:bodyPr rtlCol="0"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1">
                <a:solidFill>
                  <a:schemeClr val="accent3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>
                <a:solidFill>
                  <a:schemeClr val="accent3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1">
                <a:solidFill>
                  <a:schemeClr val="accent3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1">
                <a:solidFill>
                  <a:schemeClr val="accent3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1">
                <a:solidFill>
                  <a:schemeClr val="accent3"/>
                </a:solidFill>
              </a:defRPr>
            </a:lvl5pPr>
          </a:lstStyle>
          <a:p>
            <a:pPr lvl="0" rtl="0"/>
            <a:r>
              <a:rPr lang="pl"/>
              <a:t>Kliknij, aby dodać stwierdzenie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14888062-3D09-ED26-DC7F-447AB9A757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647EEF49-62B3-1E5C-5EAD-ED1B45571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4FB220C6-3442-368E-4DEA-A07BD9C2B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995631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wierdzeni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0" y="685800"/>
            <a:ext cx="10789920" cy="5394960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1">
                <a:solidFill>
                  <a:schemeClr val="accent2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1">
                <a:solidFill>
                  <a:schemeClr val="accent2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>
                <a:solidFill>
                  <a:schemeClr val="accent2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1">
                <a:solidFill>
                  <a:schemeClr val="accent2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1">
                <a:solidFill>
                  <a:schemeClr val="accent2"/>
                </a:solidFill>
              </a:defRPr>
            </a:lvl5pPr>
          </a:lstStyle>
          <a:p>
            <a:pPr lvl="0" rtl="0"/>
            <a:r>
              <a:rPr lang="pl"/>
              <a:t>Kliknij, aby dodać stwierdzenie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6BA51D93-9944-2BC9-815F-A60CA56240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2C7E932F-30B9-A7ED-CEF9-ED7C120FCF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2798614F-71F4-C3D8-BE5E-42ADD59864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551876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wierdzeni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0" y="685800"/>
            <a:ext cx="7315200" cy="5486400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lang="en-US" sz="6600" b="1" dirty="0">
                <a:solidFill>
                  <a:schemeClr val="accent5"/>
                </a:solidFill>
              </a:defRPr>
            </a:lvl1pPr>
            <a:lvl2pPr marL="228600" indent="0">
              <a:lnSpc>
                <a:spcPct val="90000"/>
              </a:lnSpc>
              <a:buNone/>
              <a:defRPr lang="en-US" sz="6000" b="1" dirty="0">
                <a:solidFill>
                  <a:schemeClr val="accent5"/>
                </a:solidFill>
              </a:defRPr>
            </a:lvl2pPr>
            <a:lvl3pPr marL="457200" indent="0">
              <a:lnSpc>
                <a:spcPct val="90000"/>
              </a:lnSpc>
              <a:buNone/>
              <a:defRPr lang="en-US" sz="5400" b="1" dirty="0">
                <a:solidFill>
                  <a:schemeClr val="accent5"/>
                </a:solidFill>
              </a:defRPr>
            </a:lvl3pPr>
            <a:lvl4pPr marL="685800" indent="0">
              <a:lnSpc>
                <a:spcPct val="90000"/>
              </a:lnSpc>
              <a:buNone/>
              <a:defRPr lang="en-US" sz="4800" b="1" dirty="0">
                <a:solidFill>
                  <a:schemeClr val="accent5"/>
                </a:solidFill>
              </a:defRPr>
            </a:lvl4pPr>
            <a:lvl5pPr marL="914400" indent="0">
              <a:lnSpc>
                <a:spcPct val="90000"/>
              </a:lnSpc>
              <a:buNone/>
              <a:defRPr lang="en-US" sz="4400" b="1" dirty="0">
                <a:solidFill>
                  <a:schemeClr val="accent5"/>
                </a:solidFill>
              </a:defRPr>
            </a:lvl5pPr>
          </a:lstStyle>
          <a:p>
            <a:pPr lvl="0" rtl="0"/>
            <a:r>
              <a:rPr lang="pl"/>
              <a:t>Kliknij, aby dodać stwierdzenie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990C6FD0-8607-D553-1B6B-1C12B93B1E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6" name="Data — symbol zastępczy 5">
            <a:extLst>
              <a:ext uri="{FF2B5EF4-FFF2-40B4-BE49-F238E27FC236}">
                <a16:creationId xmlns:a16="http://schemas.microsoft.com/office/drawing/2014/main" id="{B80EDC19-E133-BD03-8B9E-EFC28C3479E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08591225-6735-2FDD-B652-0FE0C53823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842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000" b="1" i="0" spc="0">
                <a:solidFill>
                  <a:schemeClr val="accent3"/>
                </a:solidFill>
                <a:latin typeface="+mj-lt"/>
              </a:defRPr>
            </a:lvl1pPr>
          </a:lstStyle>
          <a:p>
            <a:pPr rtl="0"/>
            <a:r>
              <a:rPr lang="pl"/>
              <a:t>Autor cytatu</a:t>
            </a:r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n-lt"/>
              </a:defRPr>
            </a:lvl1pPr>
          </a:lstStyle>
          <a:p>
            <a:pPr lvl="0" rtl="0"/>
            <a:r>
              <a:rPr lang="pl"/>
              <a:t>Kliknij, aby dodać cytat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13631130-6E5E-49E0-2CBD-E94754D3F7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F6C34576-FC8D-BC9E-CFBA-79D123C670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79801413-C7CE-D2ED-5246-79436772D7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568719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955722"/>
            <a:ext cx="8863084" cy="669472"/>
          </a:xfrm>
        </p:spPr>
        <p:txBody>
          <a:bodyPr rtlCol="0" anchor="ctr">
            <a:normAutofit/>
          </a:bodyPr>
          <a:lstStyle>
            <a:lvl1pPr algn="ctr">
              <a:lnSpc>
                <a:spcPct val="120000"/>
              </a:lnSpc>
              <a:defRPr sz="2000" b="1" i="0" spc="0">
                <a:solidFill>
                  <a:schemeClr val="accent4"/>
                </a:solidFill>
                <a:latin typeface="+mj-lt"/>
              </a:defRPr>
            </a:lvl1pPr>
          </a:lstStyle>
          <a:p>
            <a:pPr rtl="0"/>
            <a:r>
              <a:rPr lang="pl"/>
              <a:t>Autor cytatu</a:t>
            </a:r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77008" y="1344168"/>
            <a:ext cx="8863085" cy="3291840"/>
          </a:xfrm>
        </p:spPr>
        <p:txBody>
          <a:bodyPr rtlCol="0"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5"/>
                </a:solidFill>
                <a:latin typeface="+mn-lt"/>
              </a:defRPr>
            </a:lvl1pPr>
          </a:lstStyle>
          <a:p>
            <a:pPr lvl="0" rtl="0"/>
            <a:r>
              <a:rPr lang="pl"/>
              <a:t>Kliknij, aby dodać cytat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A1ED4BA2-8217-E4F1-3985-07ED463BB1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6" name="Data — symbol zastępczy 5">
            <a:extLst>
              <a:ext uri="{FF2B5EF4-FFF2-40B4-BE49-F238E27FC236}">
                <a16:creationId xmlns:a16="http://schemas.microsoft.com/office/drawing/2014/main" id="{20985B1D-F04F-8CE5-8ECA-5DD078E4BE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75C980F6-2991-82D6-64DF-4B1D50E66E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97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4893733"/>
            <a:ext cx="5638800" cy="788610"/>
          </a:xfrm>
        </p:spPr>
        <p:txBody>
          <a:bodyPr rtlCol="0" anchor="ctr">
            <a:normAutofit/>
          </a:bodyPr>
          <a:lstStyle>
            <a:lvl1pPr algn="r">
              <a:lnSpc>
                <a:spcPct val="120000"/>
              </a:lnSpc>
              <a:defRPr sz="2000" b="1" i="0" spc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pl"/>
              <a:t>Autor cytatu</a:t>
            </a:r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2666" y="1388534"/>
            <a:ext cx="8483601" cy="3371246"/>
          </a:xfrm>
        </p:spPr>
        <p:txBody>
          <a:bodyPr rtlCol="0" anchor="ctr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pl"/>
              <a:t>Kliknij, aby dodać cytat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1F53C451-001F-5730-91EB-CE3683BD99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0" name="Data — symbol zastępczy 9">
            <a:extLst>
              <a:ext uri="{FF2B5EF4-FFF2-40B4-BE49-F238E27FC236}">
                <a16:creationId xmlns:a16="http://schemas.microsoft.com/office/drawing/2014/main" id="{5EF02229-BED1-8CF1-37B7-C194BEA8DC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FB094225-DC44-88E5-DDBA-DEA1B11844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835050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89920" cy="1188720"/>
          </a:xfrm>
        </p:spPr>
        <p:txBody>
          <a:bodyPr rtlCol="0" anchor="b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5800" y="2011680"/>
            <a:ext cx="5074920" cy="420624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0" name="Zawartość — symbol zastępczy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30963" y="2011680"/>
            <a:ext cx="5075237" cy="4206240"/>
          </a:xfrm>
        </p:spPr>
        <p:txBody>
          <a:bodyPr rtlCol="0"/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F59911E2-7BDF-655C-A107-1BA817F14AF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77469F7E-DA26-B77A-24F9-A4A8A2CE583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7A3FC417-2883-CB13-B3D3-A80CEA07C3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784006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ównan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89920" cy="1188720"/>
          </a:xfrm>
        </p:spPr>
        <p:txBody>
          <a:bodyPr rtlCol="0" anchor="b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011680"/>
            <a:ext cx="5074920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5800" y="2651760"/>
            <a:ext cx="5075238" cy="3566160"/>
          </a:xfrm>
        </p:spPr>
        <p:txBody>
          <a:bodyPr rtlCol="0"/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1280" y="2011680"/>
            <a:ext cx="5074920" cy="559834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12" name="Zawartość — symbol zastępczy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30644" y="2651760"/>
            <a:ext cx="5075556" cy="3566160"/>
          </a:xfrm>
        </p:spPr>
        <p:txBody>
          <a:bodyPr rtlCol="0"/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14" name="Stopka — symbol zastępczy 13">
            <a:extLst>
              <a:ext uri="{FF2B5EF4-FFF2-40B4-BE49-F238E27FC236}">
                <a16:creationId xmlns:a16="http://schemas.microsoft.com/office/drawing/2014/main" id="{2B39D6C5-BE49-C661-9547-60F27AEF114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3" name="Data — symbol zastępczy 12">
            <a:extLst>
              <a:ext uri="{FF2B5EF4-FFF2-40B4-BE49-F238E27FC236}">
                <a16:creationId xmlns:a16="http://schemas.microsoft.com/office/drawing/2014/main" id="{358AA496-C21D-D9BA-4441-CB0D35E3388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5" name="Numer slajdu — symbol zastępczy 14">
            <a:extLst>
              <a:ext uri="{FF2B5EF4-FFF2-40B4-BE49-F238E27FC236}">
                <a16:creationId xmlns:a16="http://schemas.microsoft.com/office/drawing/2014/main" id="{A14FF259-D602-DA0A-DF2B-6CE86DB8CD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496422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799"/>
            <a:ext cx="10789920" cy="1188720"/>
          </a:xfrm>
        </p:spPr>
        <p:txBody>
          <a:bodyPr rtlCol="0" anchor="t"/>
          <a:lstStyle/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10" name="Stopka — symbol zastępczy 9">
            <a:extLst>
              <a:ext uri="{FF2B5EF4-FFF2-40B4-BE49-F238E27FC236}">
                <a16:creationId xmlns:a16="http://schemas.microsoft.com/office/drawing/2014/main" id="{F6083F3C-184F-9AB4-3CF8-AB7B6B28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9" name="Data — symbol zastępczy 8">
            <a:extLst>
              <a:ext uri="{FF2B5EF4-FFF2-40B4-BE49-F238E27FC236}">
                <a16:creationId xmlns:a16="http://schemas.microsoft.com/office/drawing/2014/main" id="{5B003226-9C9B-760D-F310-838151EA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1" name="Numer slajdu — symbol zastępczy 10">
            <a:extLst>
              <a:ext uri="{FF2B5EF4-FFF2-40B4-BE49-F238E27FC236}">
                <a16:creationId xmlns:a16="http://schemas.microsoft.com/office/drawing/2014/main" id="{AD8E6416-8BD1-7EAC-101A-165523AE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991150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opka — symbol zastępczy 8">
            <a:extLst>
              <a:ext uri="{FF2B5EF4-FFF2-40B4-BE49-F238E27FC236}">
                <a16:creationId xmlns:a16="http://schemas.microsoft.com/office/drawing/2014/main" id="{7988658D-22AE-BD1E-2194-23A4DEE1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8" name="Data — symbol zastępczy 7">
            <a:extLst>
              <a:ext uri="{FF2B5EF4-FFF2-40B4-BE49-F238E27FC236}">
                <a16:creationId xmlns:a16="http://schemas.microsoft.com/office/drawing/2014/main" id="{7611BE8B-2319-4D2A-B61B-A76F79C1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0" name="Numer slajdu — symbol zastępczy 9">
            <a:extLst>
              <a:ext uri="{FF2B5EF4-FFF2-40B4-BE49-F238E27FC236}">
                <a16:creationId xmlns:a16="http://schemas.microsoft.com/office/drawing/2014/main" id="{FE9B630E-4992-25E4-131E-37324118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434411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595634" cy="175750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58922" y="685800"/>
            <a:ext cx="6716798" cy="178308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43200"/>
            <a:ext cx="10789920" cy="3276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2116188E-994D-4106-FFA0-FA5FAE52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E69C042F-DD36-4382-89A5-D5F37D9AF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881B1974-8A9A-3A32-983C-2F7ABFD3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490803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3595634" cy="1762083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826136"/>
            <a:ext cx="3585586" cy="3483223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"/>
              <a:t>Kliknij, aby edytować style wzorców tekstu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1221" y="557785"/>
            <a:ext cx="6462855" cy="57291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"/>
              <a:t>   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344F0780-CE7B-8466-F8D7-A8B13906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D462242E-A1CE-C25C-AECE-88020BB0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506D6421-F2CB-C568-A79B-89C8377F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2953214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sumowan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89920" cy="1965960"/>
          </a:xfrm>
        </p:spPr>
        <p:txBody>
          <a:bodyPr rtlCol="0" anchor="b">
            <a:normAutofit/>
          </a:bodyPr>
          <a:lstStyle>
            <a:lvl1pPr>
              <a:defRPr sz="7200">
                <a:solidFill>
                  <a:schemeClr val="accent4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8" name="Zawartość — symbol zastępczy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3017520"/>
            <a:ext cx="10789920" cy="2773136"/>
          </a:xfrm>
        </p:spPr>
        <p:txBody>
          <a:bodyPr rtlCol="0"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 marL="228600" indent="0">
              <a:buNone/>
              <a:defRPr>
                <a:solidFill>
                  <a:schemeClr val="accent5"/>
                </a:solidFill>
              </a:defRPr>
            </a:lvl2pPr>
            <a:lvl3pPr marL="457200" indent="0">
              <a:buNone/>
              <a:defRPr>
                <a:solidFill>
                  <a:schemeClr val="accent5"/>
                </a:solidFill>
              </a:defRPr>
            </a:lvl3pPr>
            <a:lvl4pPr marL="685800" indent="0">
              <a:buNone/>
              <a:defRPr>
                <a:solidFill>
                  <a:schemeClr val="accent5"/>
                </a:solidFill>
              </a:defRPr>
            </a:lvl4pPr>
            <a:lvl5pPr marL="9144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7" name="Stopka — symbol zastępczy 6">
            <a:extLst>
              <a:ext uri="{FF2B5EF4-FFF2-40B4-BE49-F238E27FC236}">
                <a16:creationId xmlns:a16="http://schemas.microsoft.com/office/drawing/2014/main" id="{D5E24FB6-1CFB-DFDB-B253-A94EE73DA0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E073DF3-A339-FA08-30E1-D51D43DF29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F32A04C2-283A-CF86-15A9-6CD9A58FCC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705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sumowani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8430767" cy="1965960"/>
          </a:xfrm>
        </p:spPr>
        <p:txBody>
          <a:bodyPr rtlCol="0" anchor="b">
            <a:noAutofit/>
          </a:bodyPr>
          <a:lstStyle>
            <a:lvl1pPr>
              <a:defRPr sz="7200"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Kliknij, aby edytować styl wzorca tytułu</a:t>
            </a:r>
            <a:endParaRPr lang="en-US" dirty="0"/>
          </a:p>
        </p:txBody>
      </p:sp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0" y="3622674"/>
            <a:ext cx="8430639" cy="1608008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228600" indent="0">
              <a:buNone/>
              <a:defRPr sz="1600">
                <a:solidFill>
                  <a:schemeClr val="accent4"/>
                </a:solidFill>
              </a:defRPr>
            </a:lvl2pPr>
            <a:lvl3pPr marL="457200" indent="0">
              <a:buNone/>
              <a:defRPr sz="1400">
                <a:solidFill>
                  <a:schemeClr val="accent4"/>
                </a:solidFill>
              </a:defRPr>
            </a:lvl3pPr>
            <a:lvl4pPr marL="685800" indent="0">
              <a:buNone/>
              <a:defRPr sz="1400">
                <a:solidFill>
                  <a:schemeClr val="accent4"/>
                </a:solidFill>
              </a:defRPr>
            </a:lvl4pPr>
            <a:lvl5pPr marL="914400" indent="0">
              <a:buNone/>
              <a:defRPr sz="1200">
                <a:solidFill>
                  <a:schemeClr val="accent4"/>
                </a:solidFill>
              </a:defRPr>
            </a:lvl5pPr>
          </a:lstStyle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 lang="en-US" dirty="0"/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E0E3BB01-4AB0-AA29-4E5F-6183A4EBE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pl"/>
              <a:t>Tytuł prezentacji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663C4AE6-76FB-D1A9-546D-BC69C27BC8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71356B48-B74F-B1CA-D675-AF12CB06D8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solidFill>
            <a:schemeClr val="accent1">
              <a:lumMod val="90000"/>
              <a:lumOff val="10000"/>
            </a:schemeClr>
          </a:solidFill>
        </p:spPr>
        <p:txBody>
          <a:bodyPr rtlCol="0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532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85800"/>
            <a:ext cx="10789920" cy="9723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10789920" cy="438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"/>
              <a:t>Kliknij, aby edytować style wzorców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09360"/>
            <a:ext cx="1295400" cy="548640"/>
          </a:xfrm>
          <a:prstGeom prst="rect">
            <a:avLst/>
          </a:prstGeom>
          <a:noFill/>
        </p:spPr>
        <p:txBody>
          <a:bodyPr vert="horz" lIns="228600" tIns="45720" rIns="228600" bIns="45720" rtlCol="0" anchor="ctr"/>
          <a:lstStyle>
            <a:lvl1pPr algn="ctr" rtl="0">
              <a:defRPr sz="9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en-US"/>
              <a:t>30/10/2025</a:t>
            </a:r>
            <a:endParaRPr lang="en-US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309360"/>
            <a:ext cx="1444752" cy="548640"/>
          </a:xfrm>
          <a:prstGeom prst="rect">
            <a:avLst/>
          </a:prstGeom>
          <a:noFill/>
        </p:spPr>
        <p:txBody>
          <a:bodyPr vert="horz" lIns="228600" tIns="45720" rIns="228600" bIns="45720" rtlCol="0" anchor="ctr"/>
          <a:lstStyle>
            <a:lvl1pPr algn="ctr" rtl="0">
              <a:defRPr sz="9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pl"/>
              <a:t>Tytuł prezentacji</a:t>
            </a:r>
            <a:endParaRPr lang="en-US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1644076" y="6309360"/>
            <a:ext cx="547924" cy="54864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ctr" rtl="0">
              <a:defRPr sz="900" b="1" i="0">
                <a:solidFill>
                  <a:schemeClr val="accent5"/>
                </a:solidFill>
                <a:latin typeface="+mj-lt"/>
              </a:defRPr>
            </a:lvl1pPr>
          </a:lstStyle>
          <a:p>
            <a:pPr rtl="0"/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11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4BD52DD1-6473-43D4-80A1-D3E4F746ED9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Symbol zastępczy zawartości 8" descr="A visually striking, modern business office environment with large windows overlooking a lush green landscape, featuring elements such as indoor plants, natural lighting, and sustainable materials. The composition should allow for a centered title overlay and convey a sense of professionalism, environmental consciousness, and innovation. No visible or implied text, letters, or words should appear anywhere in the image">
            <a:extLst>
              <a:ext uri="{FF2B5EF4-FFF2-40B4-BE49-F238E27FC236}">
                <a16:creationId xmlns:a16="http://schemas.microsoft.com/office/drawing/2014/main" id="{9F1F93FB-6F40-4A05-A3DA-B6790FBCED5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304AB5D-1861-03ED-3AF5-25F18F4556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A0ED146A-BF45-10EC-1727-F78A15F7838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4D36457-FAD2-2A0B-FE5F-09D3F4EBAD2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1</a:t>
            </a:fld>
            <a:endParaRPr lang="en-US" sz="900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F627F55-D7F7-4C7E-96F5-A7D8965C5A1F}"/>
              </a:ext>
            </a:extLst>
          </p:cNvPr>
          <p:cNvSpPr txBox="1"/>
          <p:nvPr/>
        </p:nvSpPr>
        <p:spPr>
          <a:xfrm>
            <a:off x="619125" y="831650"/>
            <a:ext cx="4595132" cy="2891263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marL="0" algn="l">
              <a:buNone/>
            </a:pPr>
            <a:r>
              <a:rPr sz="4800" b="0" dirty="0">
                <a:solidFill>
                  <a:srgbClr val="105237"/>
                </a:solidFill>
                <a:effectLst/>
                <a:latin typeface="Avenir Next LT Pro" panose="020B0504020202020204" pitchFamily="34" charset="-18"/>
              </a:rPr>
              <a:t>Environmental Responsibility and Business Communication</a:t>
            </a:r>
            <a:r>
              <a:rPr dirty="0">
                <a:effectLst/>
              </a:rPr>
              <a:t> </a:t>
            </a:r>
            <a:endParaRPr lang="pl-PL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0560B23-C8A8-4370-B3A5-74E2B3D76980}"/>
              </a:ext>
            </a:extLst>
          </p:cNvPr>
          <p:cNvSpPr txBox="1"/>
          <p:nvPr/>
        </p:nvSpPr>
        <p:spPr>
          <a:xfrm>
            <a:off x="619125" y="5919787"/>
            <a:ext cx="4391025" cy="2970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l">
              <a:buNone/>
            </a:pPr>
            <a:r>
              <a:rPr sz="1800" b="0">
                <a:solidFill>
                  <a:srgbClr val="105237"/>
                </a:solidFill>
                <a:effectLst/>
                <a:latin typeface="Avenir Next LT Pro" panose="020B0504020202020204" pitchFamily="34" charset="-18"/>
              </a:rPr>
              <a:t>A thematic course outline for Agnieszka</a:t>
            </a:r>
            <a:r>
              <a:rPr>
                <a:effectLst/>
              </a:rPr>
              <a:t> 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17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95CC172-00A0-9FC6-2408-27B9B79A0AF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37EBBA8D-EA14-AF21-2B47-DBDA7B54D48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0F4B121-0FF2-9085-5FE2-D7DFF3DA4E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2</a:t>
            </a:fld>
            <a:endParaRPr lang="en-US" sz="900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89452CE-80B9-5112-1B17-40C277C8F4A0}"/>
              </a:ext>
            </a:extLst>
          </p:cNvPr>
          <p:cNvSpPr txBox="1"/>
          <p:nvPr/>
        </p:nvSpPr>
        <p:spPr>
          <a:xfrm>
            <a:off x="957943" y="451092"/>
            <a:ext cx="6096000" cy="554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Goals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Define Agnieszka’s goals (professional development, EUDR, communication with suppliers), discuss course structure, and set expectations.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the "Empathy Map" and "Agnieszka Persona."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goals, professional development, EUDR (EU Deforestation Regulation), supplier communication, time management.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Deforestation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The Basics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Introduce basic vocabulary and concepts related to deforestation.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1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deforestation, logging, forest conservation, natural habitat.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049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F582-E8BB-0BB2-4A2C-77F45441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0FD3898-E7AF-BF77-83F5-6680A9ADE3C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DD44F41B-A98B-A362-0AF1-F5F8F0DAF3A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40495F9-388C-6BE5-51CF-9218C50F54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3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E05AF05-8347-B977-7385-708E9ACE63CE}"/>
              </a:ext>
            </a:extLst>
          </p:cNvPr>
          <p:cNvSpPr txBox="1"/>
          <p:nvPr/>
        </p:nvSpPr>
        <p:spPr>
          <a:xfrm>
            <a:off x="631372" y="758341"/>
            <a:ext cx="6096000" cy="494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3: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Deforestation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Causes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Effects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Analyze the causes and effects of deforestation within a global and business context.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1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illegal logging, sustainable forestry, soil erosion, climate change.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4: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Threats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to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Species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 basic vocabulary regarding species protection and biodiversity.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2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biodiversity, endangered species, extinction, conservation.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474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AFE6-C8D4-8D6E-5964-F9B120F2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7372233-19C0-E763-5D0A-7230A38F23E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D2CA0E70-ED49-0C25-7E2E-43E8D39DD4F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645B929-95C1-A75B-D8F3-745E87266A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4</a:t>
            </a:fld>
            <a:endParaRPr lang="en-US" sz="900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3549464-6873-3D6A-28BE-D72E0D01D32F}"/>
              </a:ext>
            </a:extLst>
          </p:cNvPr>
          <p:cNvSpPr txBox="1"/>
          <p:nvPr/>
        </p:nvSpPr>
        <p:spPr>
          <a:xfrm>
            <a:off x="722376" y="693027"/>
            <a:ext cx="6096000" cy="494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 5: Threats to Species – Conservation Efforts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 about conservation activities and corporate responsibility in this field.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2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wildlife protection, habitat loss, invasive species, sustainable sourcing.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6: Natural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Hazards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Terminology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Vocabulary and context regarding natural disasters and their impact on supply chains.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3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natural hazards, floods, droughts, earthquakes.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008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E55C-C8BF-61BD-124A-8B853A61B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ED9018-537C-C192-E7E4-88041BFFEF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443A71A8-8299-E3BE-D452-46251CDFB6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1069BD7-DB0B-EA16-2EE0-03CC012794B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5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2655A8A-E457-B680-9297-003C453A3636}"/>
              </a:ext>
            </a:extLst>
          </p:cNvPr>
          <p:cNvSpPr txBox="1"/>
          <p:nvPr/>
        </p:nvSpPr>
        <p:spPr>
          <a:xfrm>
            <a:off x="544285" y="418435"/>
            <a:ext cx="6096000" cy="554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7: Supply Chain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Risk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Management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Discuss risk management strategies in the context of raw materials.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3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risk management, supply chain resilience, disaster recovery.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8: Business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Vocabulary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Ecology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Review vocabulary from the first 7 lessons and introduce business terminology to enable effective communication.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Review of previous material combined with selected vocabulary from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Business Vocabulary in Use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(business ethics, corporate responsibility).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corporate responsibility, business ethics, sustainability report, environmental footprint.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03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6525-D8EE-4608-932A-2287AF08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830F8D3-2EC0-9D04-4C57-A383FDACD6B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B6B81706-F6D6-B169-9813-26052F28FA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CF3007F-FC83-1A89-3A71-6472D5CBCB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6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8FD7898-31B2-35C7-0A14-06C57D0432E6}"/>
              </a:ext>
            </a:extLst>
          </p:cNvPr>
          <p:cNvSpPr txBox="1"/>
          <p:nvPr/>
        </p:nvSpPr>
        <p:spPr>
          <a:xfrm>
            <a:off x="881743" y="758340"/>
            <a:ext cx="6096000" cy="494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9: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Water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Pollution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 vocabulary and phrases describing water pollution in the context of industrial production.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4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water pollution, contaminants, effluent, waste water treatment.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10: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Air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Pollution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 vocabulary related to air pollution in furniture production, standards, and regulations.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5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air pollution, emissions, carbon footprint, air quality standards.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27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5FEE-FB1E-91EC-3F32-19FF3A1E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BD09042-42C8-3666-8AF6-2EFD2B69585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4A2AB4D8-EF79-7278-92EF-726B5CBD384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8A0C6C0-5B99-3971-6C3C-A8CEABBC7E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7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0355586-C3E9-A84D-A852-545F3FDDA710}"/>
              </a:ext>
            </a:extLst>
          </p:cNvPr>
          <p:cNvSpPr txBox="1"/>
          <p:nvPr/>
        </p:nvSpPr>
        <p:spPr>
          <a:xfrm>
            <a:off x="805543" y="627713"/>
            <a:ext cx="6096000" cy="494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11: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Renewable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Energy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Introduce vocabulary regarding green energy and its importance in business.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7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renewable energy, solar power, biomass, geothermal energy.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12: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Sustainable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Materials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 vocabulary related to sustainable materials, such as recycled wood or certified materials.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7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recycled materials, reclaimed wood, certified materials, eco-friendly.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99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C420-F2AD-F75A-76FC-F218F6B3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E7078DE-5A95-0D2C-8F1B-C45D93C912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1794489C-960C-99AF-34D4-1FE53E60C7D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E2CE058-A685-5AEC-752D-944C0002A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8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E4928C3-877D-2A74-86C2-C8B8BABF17AC}"/>
              </a:ext>
            </a:extLst>
          </p:cNvPr>
          <p:cNvSpPr txBox="1"/>
          <p:nvPr/>
        </p:nvSpPr>
        <p:spPr>
          <a:xfrm>
            <a:off x="722376" y="682141"/>
            <a:ext cx="6096000" cy="494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13: Waste Management –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Definitions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 terminology related to waste disposal and recycling.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8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waste management, recycling, landfill, composting.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14: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Circular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Economy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Discuss the concept of a circular economy within the furniture industry.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8 of the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Science Book 3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curriculum.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circular economy, waste reduction, repurpose, upcycling.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69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DFC3-E5B9-3945-9CCA-E11F041B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0794059-4C79-ED45-7DB2-DB17A5B798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DC701EE3-D12E-3D87-9EED-87A028C9B50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EE63492-8C49-AAEB-F5A3-67141EA030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9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287C449-340F-FB2B-DBCA-B46BF2348D9B}"/>
              </a:ext>
            </a:extLst>
          </p:cNvPr>
          <p:cNvSpPr txBox="1"/>
          <p:nvPr/>
        </p:nvSpPr>
        <p:spPr>
          <a:xfrm>
            <a:off x="555171" y="671256"/>
            <a:ext cx="6096000" cy="494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15: Business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Ethics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Discuss terminology and concepts related to business ethics and corporate responsibility.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41 (Business Ethics) of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Business Vocabulary in Use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corporate social responsibility (CSR), ethical standards, code of conduct.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16: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Ethics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Purchasing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Discuss how business ethics translate into purchasing decisions and supplier selection.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41 (Business Ethics) of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Business Vocabulary in Use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fair trade, supply chain transparency, ethical sourcing.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84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C8726-DC7F-BBDE-9360-4DD0E10D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419B92-DBCB-ACAE-C895-088719D612F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9DE42ED1-48A5-ED5D-0DC8-349B7A9F61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9B58621-3D75-477B-C7E0-550B36DDFD8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10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55B5ADA-85B9-CB78-CF7C-CA81555D26AE}"/>
              </a:ext>
            </a:extLst>
          </p:cNvPr>
          <p:cNvSpPr txBox="1"/>
          <p:nvPr/>
        </p:nvSpPr>
        <p:spPr>
          <a:xfrm>
            <a:off x="816429" y="631932"/>
            <a:ext cx="6096000" cy="52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 17: Materials and Suppliers – Key Vocabulary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Focus on key vocabulary that Agnieszka will use in her daily work.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 17 (Materials and Suppliers) of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Business Vocabulary in Use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raw materials, outsourcing, supply chain, supplier selection, due diligence.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18: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Telephoning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Suppliers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Practical exercise in telephone communication, with a focus on inquiring about certificates and sustainability.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Units 47-50 (Telephoning) of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Business Vocabulary in Use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making a call, answering a call, taking a message, confirming details.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834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931A-B75B-375C-09E0-7D85DDF4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898465A-A3A2-4CC1-B85F-1519FB79B4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rtl="0"/>
            <a:r>
              <a:rPr lang="pl"/>
              <a:t>Tytuł prezentacji</a:t>
            </a:r>
            <a:endParaRPr lang="en-US" sz="900" dirty="0"/>
          </a:p>
        </p:txBody>
      </p:sp>
      <p:sp>
        <p:nvSpPr>
          <p:cNvPr id="6" name="Symbol zastępczy daty 5">
            <a:extLst>
              <a:ext uri="{FF2B5EF4-FFF2-40B4-BE49-F238E27FC236}">
                <a16:creationId xmlns:a16="http://schemas.microsoft.com/office/drawing/2014/main" id="{076B2CB3-5C46-C7DA-00F3-7B092A5968C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rtl="0"/>
            <a:r>
              <a:rPr lang="en-US"/>
              <a:t>30/10/2025</a:t>
            </a:r>
            <a:endParaRPr lang="en-US" sz="900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95AC0D0-051D-A022-D222-A7F59E53161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AEAA3239-9EA4-4A65-A281-97F994456D9F}" type="slidenum">
              <a:rPr lang="en-US" smtClean="0"/>
              <a:pPr rtl="0"/>
              <a:t>11</a:t>
            </a:fld>
            <a:endParaRPr lang="en-US" sz="9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D131B40-A4E0-C7A0-0FA9-88E1E25E669A}"/>
              </a:ext>
            </a:extLst>
          </p:cNvPr>
          <p:cNvSpPr txBox="1"/>
          <p:nvPr/>
        </p:nvSpPr>
        <p:spPr>
          <a:xfrm>
            <a:off x="722376" y="559950"/>
            <a:ext cx="6096000" cy="554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19: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Writing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Formal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Emails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Preparation for writing professional emails and analyzing documentation from suppliers.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Based on Units 52-53 (Business Communication) of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Business Vocabulary in Use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formal email, inquiry, following up, attaching documents, regulations.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Lesson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20: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Summary</a:t>
            </a:r>
            <a:r>
              <a:rPr lang="pl-PL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Progress </a:t>
            </a:r>
            <a:r>
              <a:rPr lang="pl-PL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Assessment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Summarize the entire course and evaluate the extent to which the goals defined at the beginning were achieved.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Summary of all previously discussed topics, including goals defined in the "Empathy Map" and "Agnieszka Persona."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 Vocabulary: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achievements, future goals, progress review, certification.</a:t>
            </a:r>
            <a:endParaRPr lang="pl-PL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087189"/>
      </p:ext>
    </p:extLst>
  </p:cSld>
  <p:clrMapOvr>
    <a:masterClrMapping/>
  </p:clrMapOvr>
</p:sld>
</file>

<file path=ppt/theme/theme1.xml><?xml version="1.0" encoding="utf-8"?>
<a:theme xmlns:a="http://schemas.openxmlformats.org/drawingml/2006/main" name="Square harmony">
  <a:themeElements>
    <a:clrScheme name="Square Harmon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E5336"/>
      </a:accent1>
      <a:accent2>
        <a:srgbClr val="DDB4FA"/>
      </a:accent2>
      <a:accent3>
        <a:srgbClr val="5693CF"/>
      </a:accent3>
      <a:accent4>
        <a:srgbClr val="F6F8E6"/>
      </a:accent4>
      <a:accent5>
        <a:srgbClr val="90FEC3"/>
      </a:accent5>
      <a:accent6>
        <a:srgbClr val="1538A8"/>
      </a:accent6>
      <a:hlink>
        <a:srgbClr val="467886"/>
      </a:hlink>
      <a:folHlink>
        <a:srgbClr val="96607D"/>
      </a:folHlink>
    </a:clrScheme>
    <a:fontScheme name="Square harmony">
      <a:majorFont>
        <a:latin typeface="Avenir Next LT Pro Demi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quare Harmony_win32_EF_v2" id="{03CAA48D-0449-4560-8CDF-46ACCCC2A349}" vid="{CF5E380C-AC89-41AD-B45D-F2EC2693653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2137</Words>
  <Application>Microsoft Office PowerPoint</Application>
  <PresentationFormat>Panoramiczny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9" baseType="lpstr">
      <vt:lpstr>Aptos</vt:lpstr>
      <vt:lpstr>Arial</vt:lpstr>
      <vt:lpstr>Avenir Next LT Pro</vt:lpstr>
      <vt:lpstr>Avenir Next LT Pro Demi</vt:lpstr>
      <vt:lpstr>Avenir Next LT Pro Light</vt:lpstr>
      <vt:lpstr>Symbol</vt:lpstr>
      <vt:lpstr>Times New Roman</vt:lpstr>
      <vt:lpstr>Square harmony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Aleksandra Giebień</dc:creator>
  <cp:lastModifiedBy>Aleksandra Giebień</cp:lastModifiedBy>
  <cp:revision>1</cp:revision>
  <dcterms:created xsi:type="dcterms:W3CDTF">2026-02-04T13:06:06Z</dcterms:created>
  <dcterms:modified xsi:type="dcterms:W3CDTF">2026-02-04T13:26:40Z</dcterms:modified>
</cp:coreProperties>
</file>